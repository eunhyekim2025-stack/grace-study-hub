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54"/>
  </p:notesMasterIdLst>
  <p:handoutMasterIdLst>
    <p:handoutMasterId r:id="rId55"/>
  </p:handoutMasterIdLst>
  <p:sldIdLst>
    <p:sldId id="688" r:id="rId2"/>
    <p:sldId id="621" r:id="rId3"/>
    <p:sldId id="666" r:id="rId4"/>
    <p:sldId id="798" r:id="rId5"/>
    <p:sldId id="257" r:id="rId6"/>
    <p:sldId id="807" r:id="rId7"/>
    <p:sldId id="705" r:id="rId8"/>
    <p:sldId id="847" r:id="rId9"/>
    <p:sldId id="732" r:id="rId10"/>
    <p:sldId id="814" r:id="rId11"/>
    <p:sldId id="842" r:id="rId12"/>
    <p:sldId id="844" r:id="rId13"/>
    <p:sldId id="845" r:id="rId14"/>
    <p:sldId id="843" r:id="rId15"/>
    <p:sldId id="799" r:id="rId16"/>
    <p:sldId id="800" r:id="rId17"/>
    <p:sldId id="258" r:id="rId18"/>
    <p:sldId id="259" r:id="rId19"/>
    <p:sldId id="261" r:id="rId20"/>
    <p:sldId id="262" r:id="rId21"/>
    <p:sldId id="801" r:id="rId22"/>
    <p:sldId id="741" r:id="rId23"/>
    <p:sldId id="742" r:id="rId24"/>
    <p:sldId id="784" r:id="rId25"/>
    <p:sldId id="785" r:id="rId26"/>
    <p:sldId id="804" r:id="rId27"/>
    <p:sldId id="787" r:id="rId28"/>
    <p:sldId id="802" r:id="rId29"/>
    <p:sldId id="805" r:id="rId30"/>
    <p:sldId id="812" r:id="rId31"/>
    <p:sldId id="789" r:id="rId32"/>
    <p:sldId id="803" r:id="rId33"/>
    <p:sldId id="811" r:id="rId34"/>
    <p:sldId id="790" r:id="rId35"/>
    <p:sldId id="791" r:id="rId36"/>
    <p:sldId id="848" r:id="rId37"/>
    <p:sldId id="793" r:id="rId38"/>
    <p:sldId id="734" r:id="rId39"/>
    <p:sldId id="806" r:id="rId40"/>
    <p:sldId id="794" r:id="rId41"/>
    <p:sldId id="737" r:id="rId42"/>
    <p:sldId id="738" r:id="rId43"/>
    <p:sldId id="739" r:id="rId44"/>
    <p:sldId id="740" r:id="rId45"/>
    <p:sldId id="810" r:id="rId46"/>
    <p:sldId id="681" r:id="rId47"/>
    <p:sldId id="760" r:id="rId48"/>
    <p:sldId id="268" r:id="rId49"/>
    <p:sldId id="269" r:id="rId50"/>
    <p:sldId id="781" r:id="rId51"/>
    <p:sldId id="795" r:id="rId52"/>
    <p:sldId id="280" r:id="rId53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8AFFC-8298-BE98-F2BA-D6CA0C55A328}" name="Sovan PATRA" initials="SP" userId="S::sovanpatra@smu.edu.sg::bf6ba47c-5fc4-4c83-9c7d-8ca5eca0b9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BEBD00"/>
    <a:srgbClr val="5F5F5F"/>
    <a:srgbClr val="898989"/>
    <a:srgbClr val="CCCC00"/>
    <a:srgbClr val="0099CC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16BEB-046A-477D-97DE-896B23C88816}" v="45" dt="2024-08-16T06:35:10.131"/>
    <p1510:client id="{79ACEFC6-016C-CA84-D19D-AB9636550A5B}" v="1946" dt="2024-08-15T10:53:06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0603" autoAdjust="0"/>
  </p:normalViewPr>
  <p:slideViewPr>
    <p:cSldViewPr>
      <p:cViewPr varScale="1">
        <p:scale>
          <a:sx n="75" d="100"/>
          <a:sy n="75" d="100"/>
        </p:scale>
        <p:origin x="26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5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522"/>
    </p:cViewPr>
  </p:sorterViewPr>
  <p:notesViewPr>
    <p:cSldViewPr>
      <p:cViewPr varScale="1">
        <p:scale>
          <a:sx n="41" d="100"/>
          <a:sy n="41" d="100"/>
        </p:scale>
        <p:origin x="-2141" y="-77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 Chun Hei" userId="2af70422-79b3-4cb7-b954-af81116c79e2" providerId="ADAL" clId="{0F116BEB-046A-477D-97DE-896B23C88816}"/>
    <pc:docChg chg="custSel modSld">
      <pc:chgData name="NG Chun Hei" userId="2af70422-79b3-4cb7-b954-af81116c79e2" providerId="ADAL" clId="{0F116BEB-046A-477D-97DE-896B23C88816}" dt="2024-08-16T06:35:22.881" v="50" actId="113"/>
      <pc:docMkLst>
        <pc:docMk/>
      </pc:docMkLst>
      <pc:sldChg chg="addSp modSp mod">
        <pc:chgData name="NG Chun Hei" userId="2af70422-79b3-4cb7-b954-af81116c79e2" providerId="ADAL" clId="{0F116BEB-046A-477D-97DE-896B23C88816}" dt="2024-08-16T06:35:22.881" v="50" actId="113"/>
        <pc:sldMkLst>
          <pc:docMk/>
          <pc:sldMk cId="2584733337" sldId="779"/>
        </pc:sldMkLst>
        <pc:spChg chg="mod">
          <ac:chgData name="NG Chun Hei" userId="2af70422-79b3-4cb7-b954-af81116c79e2" providerId="ADAL" clId="{0F116BEB-046A-477D-97DE-896B23C88816}" dt="2024-08-16T06:35:22.881" v="50" actId="113"/>
          <ac:spMkLst>
            <pc:docMk/>
            <pc:sldMk cId="2584733337" sldId="779"/>
            <ac:spMk id="3" creationId="{00000000-0000-0000-0000-000000000000}"/>
          </ac:spMkLst>
        </pc:spChg>
        <pc:picChg chg="add mod">
          <ac:chgData name="NG Chun Hei" userId="2af70422-79b3-4cb7-b954-af81116c79e2" providerId="ADAL" clId="{0F116BEB-046A-477D-97DE-896B23C88816}" dt="2024-08-16T06:35:10.130" v="48" actId="1076"/>
          <ac:picMkLst>
            <pc:docMk/>
            <pc:sldMk cId="2584733337" sldId="779"/>
            <ac:picMk id="5122" creationId="{D3BFAAAC-B53B-BAAE-E3F2-08CC3F5250B8}"/>
          </ac:picMkLst>
        </pc:picChg>
      </pc:sldChg>
      <pc:sldChg chg="addSp modSp">
        <pc:chgData name="NG Chun Hei" userId="2af70422-79b3-4cb7-b954-af81116c79e2" providerId="ADAL" clId="{0F116BEB-046A-477D-97DE-896B23C88816}" dt="2024-08-16T06:26:06.742" v="12" actId="1076"/>
        <pc:sldMkLst>
          <pc:docMk/>
          <pc:sldMk cId="1734161703" sldId="782"/>
        </pc:sldMkLst>
        <pc:picChg chg="add mod">
          <ac:chgData name="NG Chun Hei" userId="2af70422-79b3-4cb7-b954-af81116c79e2" providerId="ADAL" clId="{0F116BEB-046A-477D-97DE-896B23C88816}" dt="2024-08-16T06:26:06.742" v="12" actId="1076"/>
          <ac:picMkLst>
            <pc:docMk/>
            <pc:sldMk cId="1734161703" sldId="782"/>
            <ac:picMk id="1026" creationId="{263B1080-FE6B-2846-BCC1-2996E4B52759}"/>
          </ac:picMkLst>
        </pc:picChg>
      </pc:sldChg>
      <pc:sldChg chg="addSp delSp modSp mod">
        <pc:chgData name="NG Chun Hei" userId="2af70422-79b3-4cb7-b954-af81116c79e2" providerId="ADAL" clId="{0F116BEB-046A-477D-97DE-896B23C88816}" dt="2024-08-16T06:28:53.250" v="21" actId="1076"/>
        <pc:sldMkLst>
          <pc:docMk/>
          <pc:sldMk cId="1581940851" sldId="791"/>
        </pc:sldMkLst>
        <pc:picChg chg="del">
          <ac:chgData name="NG Chun Hei" userId="2af70422-79b3-4cb7-b954-af81116c79e2" providerId="ADAL" clId="{0F116BEB-046A-477D-97DE-896B23C88816}" dt="2024-08-16T06:28:04.240" v="13" actId="478"/>
          <ac:picMkLst>
            <pc:docMk/>
            <pc:sldMk cId="1581940851" sldId="791"/>
            <ac:picMk id="3" creationId="{EFB5C153-4DDD-86AA-4133-C74046E5D908}"/>
          </ac:picMkLst>
        </pc:picChg>
        <pc:picChg chg="add del mod">
          <ac:chgData name="NG Chun Hei" userId="2af70422-79b3-4cb7-b954-af81116c79e2" providerId="ADAL" clId="{0F116BEB-046A-477D-97DE-896B23C88816}" dt="2024-08-16T06:28:47.948" v="19" actId="478"/>
          <ac:picMkLst>
            <pc:docMk/>
            <pc:sldMk cId="1581940851" sldId="791"/>
            <ac:picMk id="2050" creationId="{9B0CCC70-5EB7-6730-38E0-8596D9ED29C8}"/>
          </ac:picMkLst>
        </pc:picChg>
        <pc:picChg chg="add mod">
          <ac:chgData name="NG Chun Hei" userId="2af70422-79b3-4cb7-b954-af81116c79e2" providerId="ADAL" clId="{0F116BEB-046A-477D-97DE-896B23C88816}" dt="2024-08-16T06:28:53.250" v="21" actId="1076"/>
          <ac:picMkLst>
            <pc:docMk/>
            <pc:sldMk cId="1581940851" sldId="791"/>
            <ac:picMk id="2052" creationId="{257F3FE6-8032-CFF0-AC27-88377FEAC889}"/>
          </ac:picMkLst>
        </pc:picChg>
      </pc:sldChg>
      <pc:sldChg chg="addSp modSp">
        <pc:chgData name="NG Chun Hei" userId="2af70422-79b3-4cb7-b954-af81116c79e2" providerId="ADAL" clId="{0F116BEB-046A-477D-97DE-896B23C88816}" dt="2024-08-16T06:34:29.975" v="45" actId="1076"/>
        <pc:sldMkLst>
          <pc:docMk/>
          <pc:sldMk cId="3489592855" sldId="794"/>
        </pc:sldMkLst>
        <pc:picChg chg="add mod">
          <ac:chgData name="NG Chun Hei" userId="2af70422-79b3-4cb7-b954-af81116c79e2" providerId="ADAL" clId="{0F116BEB-046A-477D-97DE-896B23C88816}" dt="2024-08-16T06:32:46.706" v="34" actId="1076"/>
          <ac:picMkLst>
            <pc:docMk/>
            <pc:sldMk cId="3489592855" sldId="794"/>
            <ac:picMk id="4098" creationId="{D4B240D1-7BCF-3512-9FD8-FF398F233DC6}"/>
          </ac:picMkLst>
        </pc:picChg>
        <pc:picChg chg="add mod">
          <ac:chgData name="NG Chun Hei" userId="2af70422-79b3-4cb7-b954-af81116c79e2" providerId="ADAL" clId="{0F116BEB-046A-477D-97DE-896B23C88816}" dt="2024-08-16T06:34:29.975" v="45" actId="1076"/>
          <ac:picMkLst>
            <pc:docMk/>
            <pc:sldMk cId="3489592855" sldId="794"/>
            <ac:picMk id="4100" creationId="{2255B7A5-4674-69DC-0069-5D38952AC3F8}"/>
          </ac:picMkLst>
        </pc:picChg>
        <pc:picChg chg="add mod">
          <ac:chgData name="NG Chun Hei" userId="2af70422-79b3-4cb7-b954-af81116c79e2" providerId="ADAL" clId="{0F116BEB-046A-477D-97DE-896B23C88816}" dt="2024-08-16T06:34:27.687" v="44" actId="1076"/>
          <ac:picMkLst>
            <pc:docMk/>
            <pc:sldMk cId="3489592855" sldId="794"/>
            <ac:picMk id="4102" creationId="{8D7D2767-DFCE-DDFA-D8CE-E2CAFBE44254}"/>
          </ac:picMkLst>
        </pc:picChg>
      </pc:sldChg>
      <pc:sldChg chg="addSp modSp mod modAnim modCm">
        <pc:chgData name="NG Chun Hei" userId="2af70422-79b3-4cb7-b954-af81116c79e2" providerId="ADAL" clId="{0F116BEB-046A-477D-97DE-896B23C88816}" dt="2024-08-16T06:24:34.861" v="5"/>
        <pc:sldMkLst>
          <pc:docMk/>
          <pc:sldMk cId="1355865812" sldId="798"/>
        </pc:sldMkLst>
        <pc:spChg chg="add mod">
          <ac:chgData name="NG Chun Hei" userId="2af70422-79b3-4cb7-b954-af81116c79e2" providerId="ADAL" clId="{0F116BEB-046A-477D-97DE-896B23C88816}" dt="2024-08-16T06:24:24.422" v="3" actId="14100"/>
          <ac:spMkLst>
            <pc:docMk/>
            <pc:sldMk cId="1355865812" sldId="798"/>
            <ac:spMk id="2" creationId="{7DAA3FAA-0644-BCF3-ABE1-D5C2E16FD24A}"/>
          </ac:spMkLst>
        </pc:spChg>
        <pc:spChg chg="mod">
          <ac:chgData name="NG Chun Hei" userId="2af70422-79b3-4cb7-b954-af81116c79e2" providerId="ADAL" clId="{0F116BEB-046A-477D-97DE-896B23C88816}" dt="2024-08-16T06:24:06.481" v="0" actId="21"/>
          <ac:spMkLst>
            <pc:docMk/>
            <pc:sldMk cId="1355865812" sldId="798"/>
            <ac:spMk id="95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NG Chun Hei" userId="2af70422-79b3-4cb7-b954-af81116c79e2" providerId="ADAL" clId="{0F116BEB-046A-477D-97DE-896B23C88816}" dt="2024-08-16T06:24:06.481" v="0" actId="21"/>
              <pc2:cmMkLst xmlns:pc2="http://schemas.microsoft.com/office/powerpoint/2019/9/main/command">
                <pc:docMk/>
                <pc:sldMk cId="1355865812" sldId="798"/>
                <pc2:cmMk id="{3FAFD5D4-5C63-4FB0-AC36-CE387C921FF6}"/>
              </pc2:cmMkLst>
            </pc226:cmChg>
          </p:ext>
        </pc:extLst>
      </pc:sldChg>
      <pc:sldChg chg="addSp modSp">
        <pc:chgData name="NG Chun Hei" userId="2af70422-79b3-4cb7-b954-af81116c79e2" providerId="ADAL" clId="{0F116BEB-046A-477D-97DE-896B23C88816}" dt="2024-08-16T06:31:50.874" v="31" actId="1076"/>
        <pc:sldMkLst>
          <pc:docMk/>
          <pc:sldMk cId="1729498737" sldId="806"/>
        </pc:sldMkLst>
        <pc:picChg chg="add mod">
          <ac:chgData name="NG Chun Hei" userId="2af70422-79b3-4cb7-b954-af81116c79e2" providerId="ADAL" clId="{0F116BEB-046A-477D-97DE-896B23C88816}" dt="2024-08-16T06:30:43.249" v="23" actId="1076"/>
          <ac:picMkLst>
            <pc:docMk/>
            <pc:sldMk cId="1729498737" sldId="806"/>
            <ac:picMk id="3074" creationId="{14EC5304-9476-06B0-2324-FF23518B7EDE}"/>
          </ac:picMkLst>
        </pc:picChg>
        <pc:picChg chg="add mod">
          <ac:chgData name="NG Chun Hei" userId="2af70422-79b3-4cb7-b954-af81116c79e2" providerId="ADAL" clId="{0F116BEB-046A-477D-97DE-896B23C88816}" dt="2024-08-16T06:31:24.503" v="28" actId="1076"/>
          <ac:picMkLst>
            <pc:docMk/>
            <pc:sldMk cId="1729498737" sldId="806"/>
            <ac:picMk id="3076" creationId="{EB9D900C-9695-2A68-2BF7-53BBBB817C10}"/>
          </ac:picMkLst>
        </pc:picChg>
        <pc:picChg chg="add mod">
          <ac:chgData name="NG Chun Hei" userId="2af70422-79b3-4cb7-b954-af81116c79e2" providerId="ADAL" clId="{0F116BEB-046A-477D-97DE-896B23C88816}" dt="2024-08-16T06:31:50.874" v="31" actId="1076"/>
          <ac:picMkLst>
            <pc:docMk/>
            <pc:sldMk cId="1729498737" sldId="806"/>
            <ac:picMk id="3078" creationId="{CE7C2598-8A3C-7BE7-5507-6B2F51438723}"/>
          </ac:picMkLst>
        </pc:picChg>
      </pc:sldChg>
    </pc:docChg>
  </pc:docChgLst>
  <pc:docChgLst>
    <pc:chgData name="Sovan PATRA" userId="S::sovanpatra@smu.edu.sg::bf6ba47c-5fc4-4c83-9c7d-8ca5eca0b9dc" providerId="AD" clId="Web-{FEFD4548-D427-3706-135A-BFEF3C2835CD}"/>
    <pc:docChg chg="modSld sldOrd">
      <pc:chgData name="Sovan PATRA" userId="S::sovanpatra@smu.edu.sg::bf6ba47c-5fc4-4c83-9c7d-8ca5eca0b9dc" providerId="AD" clId="Web-{FEFD4548-D427-3706-135A-BFEF3C2835CD}" dt="2024-08-13T16:32:24.852" v="49" actId="20577"/>
      <pc:docMkLst>
        <pc:docMk/>
      </pc:docMkLst>
      <pc:sldChg chg="modSp">
        <pc:chgData name="Sovan PATRA" userId="S::sovanpatra@smu.edu.sg::bf6ba47c-5fc4-4c83-9c7d-8ca5eca0b9dc" providerId="AD" clId="Web-{FEFD4548-D427-3706-135A-BFEF3C2835CD}" dt="2024-08-13T16:24:20.554" v="7" actId="14100"/>
        <pc:sldMkLst>
          <pc:docMk/>
          <pc:sldMk cId="0" sldId="260"/>
        </pc:sldMkLst>
        <pc:picChg chg="mod">
          <ac:chgData name="Sovan PATRA" userId="S::sovanpatra@smu.edu.sg::bf6ba47c-5fc4-4c83-9c7d-8ca5eca0b9dc" providerId="AD" clId="Web-{FEFD4548-D427-3706-135A-BFEF3C2835CD}" dt="2024-08-13T16:24:20.554" v="7" actId="14100"/>
          <ac:picMkLst>
            <pc:docMk/>
            <pc:sldMk cId="0" sldId="260"/>
            <ac:picMk id="3" creationId="{B9173E38-1A34-F363-1645-0CFC2064825F}"/>
          </ac:picMkLst>
        </pc:picChg>
      </pc:sldChg>
      <pc:sldChg chg="modSp">
        <pc:chgData name="Sovan PATRA" userId="S::sovanpatra@smu.edu.sg::bf6ba47c-5fc4-4c83-9c7d-8ca5eca0b9dc" providerId="AD" clId="Web-{FEFD4548-D427-3706-135A-BFEF3C2835CD}" dt="2024-08-13T16:27:41.742" v="21" actId="20577"/>
        <pc:sldMkLst>
          <pc:docMk/>
          <pc:sldMk cId="0" sldId="688"/>
        </pc:sldMkLst>
        <pc:spChg chg="mod">
          <ac:chgData name="Sovan PATRA" userId="S::sovanpatra@smu.edu.sg::bf6ba47c-5fc4-4c83-9c7d-8ca5eca0b9dc" providerId="AD" clId="Web-{FEFD4548-D427-3706-135A-BFEF3C2835CD}" dt="2024-08-13T16:27:41.742" v="21" actId="20577"/>
          <ac:spMkLst>
            <pc:docMk/>
            <pc:sldMk cId="0" sldId="688"/>
            <ac:spMk id="3074" creationId="{00000000-0000-0000-0000-000000000000}"/>
          </ac:spMkLst>
        </pc:spChg>
      </pc:sldChg>
      <pc:sldChg chg="ord">
        <pc:chgData name="Sovan PATRA" userId="S::sovanpatra@smu.edu.sg::bf6ba47c-5fc4-4c83-9c7d-8ca5eca0b9dc" providerId="AD" clId="Web-{FEFD4548-D427-3706-135A-BFEF3C2835CD}" dt="2024-08-13T16:29:06.805" v="22"/>
        <pc:sldMkLst>
          <pc:docMk/>
          <pc:sldMk cId="3407789526" sldId="786"/>
        </pc:sldMkLst>
      </pc:sldChg>
      <pc:sldChg chg="modSp">
        <pc:chgData name="Sovan PATRA" userId="S::sovanpatra@smu.edu.sg::bf6ba47c-5fc4-4c83-9c7d-8ca5eca0b9dc" providerId="AD" clId="Web-{FEFD4548-D427-3706-135A-BFEF3C2835CD}" dt="2024-08-13T16:30:18.242" v="24"/>
        <pc:sldMkLst>
          <pc:docMk/>
          <pc:sldMk cId="4020651390" sldId="788"/>
        </pc:sldMkLst>
        <pc:picChg chg="mod modCrop">
          <ac:chgData name="Sovan PATRA" userId="S::sovanpatra@smu.edu.sg::bf6ba47c-5fc4-4c83-9c7d-8ca5eca0b9dc" providerId="AD" clId="Web-{FEFD4548-D427-3706-135A-BFEF3C2835CD}" dt="2024-08-13T16:30:18.242" v="24"/>
          <ac:picMkLst>
            <pc:docMk/>
            <pc:sldMk cId="4020651390" sldId="788"/>
            <ac:picMk id="3" creationId="{37EAA190-B42B-D6C6-AC5B-CC0A9A7E1F34}"/>
          </ac:picMkLst>
        </pc:picChg>
      </pc:sldChg>
      <pc:sldChg chg="modSp">
        <pc:chgData name="Sovan PATRA" userId="S::sovanpatra@smu.edu.sg::bf6ba47c-5fc4-4c83-9c7d-8ca5eca0b9dc" providerId="AD" clId="Web-{FEFD4548-D427-3706-135A-BFEF3C2835CD}" dt="2024-08-13T16:32:24.852" v="49" actId="20577"/>
        <pc:sldMkLst>
          <pc:docMk/>
          <pc:sldMk cId="2908354388" sldId="792"/>
        </pc:sldMkLst>
        <pc:spChg chg="mod">
          <ac:chgData name="Sovan PATRA" userId="S::sovanpatra@smu.edu.sg::bf6ba47c-5fc4-4c83-9c7d-8ca5eca0b9dc" providerId="AD" clId="Web-{FEFD4548-D427-3706-135A-BFEF3C2835CD}" dt="2024-08-13T16:32:24.852" v="49" actId="20577"/>
          <ac:spMkLst>
            <pc:docMk/>
            <pc:sldMk cId="2908354388" sldId="792"/>
            <ac:spMk id="2" creationId="{1AEFF206-78CA-BE7D-C620-334D71D59971}"/>
          </ac:spMkLst>
        </pc:spChg>
      </pc:sldChg>
      <pc:sldChg chg="modSp">
        <pc:chgData name="Sovan PATRA" userId="S::sovanpatra@smu.edu.sg::bf6ba47c-5fc4-4c83-9c7d-8ca5eca0b9dc" providerId="AD" clId="Web-{FEFD4548-D427-3706-135A-BFEF3C2835CD}" dt="2024-08-13T16:25:58.492" v="20" actId="14100"/>
        <pc:sldMkLst>
          <pc:docMk/>
          <pc:sldMk cId="1800004266" sldId="797"/>
        </pc:sldMkLst>
        <pc:picChg chg="mod">
          <ac:chgData name="Sovan PATRA" userId="S::sovanpatra@smu.edu.sg::bf6ba47c-5fc4-4c83-9c7d-8ca5eca0b9dc" providerId="AD" clId="Web-{FEFD4548-D427-3706-135A-BFEF3C2835CD}" dt="2024-08-13T16:25:49.492" v="19" actId="14100"/>
          <ac:picMkLst>
            <pc:docMk/>
            <pc:sldMk cId="1800004266" sldId="797"/>
            <ac:picMk id="3" creationId="{368F36B5-FCD7-3B43-A5BD-5DCD54C93A26}"/>
          </ac:picMkLst>
        </pc:picChg>
        <pc:picChg chg="mod">
          <ac:chgData name="Sovan PATRA" userId="S::sovanpatra@smu.edu.sg::bf6ba47c-5fc4-4c83-9c7d-8ca5eca0b9dc" providerId="AD" clId="Web-{FEFD4548-D427-3706-135A-BFEF3C2835CD}" dt="2024-08-13T16:25:13.648" v="12" actId="14100"/>
          <ac:picMkLst>
            <pc:docMk/>
            <pc:sldMk cId="1800004266" sldId="797"/>
            <ac:picMk id="5" creationId="{9FF5931C-72EA-3B57-76AF-6A5846A1D2DD}"/>
          </ac:picMkLst>
        </pc:picChg>
        <pc:picChg chg="mod">
          <ac:chgData name="Sovan PATRA" userId="S::sovanpatra@smu.edu.sg::bf6ba47c-5fc4-4c83-9c7d-8ca5eca0b9dc" providerId="AD" clId="Web-{FEFD4548-D427-3706-135A-BFEF3C2835CD}" dt="2024-08-13T16:25:22.726" v="14" actId="14100"/>
          <ac:picMkLst>
            <pc:docMk/>
            <pc:sldMk cId="1800004266" sldId="797"/>
            <ac:picMk id="7" creationId="{9FD46967-BE42-33CD-BBD8-17623E8AF901}"/>
          </ac:picMkLst>
        </pc:picChg>
        <pc:picChg chg="mod">
          <ac:chgData name="Sovan PATRA" userId="S::sovanpatra@smu.edu.sg::bf6ba47c-5fc4-4c83-9c7d-8ca5eca0b9dc" providerId="AD" clId="Web-{FEFD4548-D427-3706-135A-BFEF3C2835CD}" dt="2024-08-13T16:25:58.492" v="20" actId="14100"/>
          <ac:picMkLst>
            <pc:docMk/>
            <pc:sldMk cId="1800004266" sldId="797"/>
            <ac:picMk id="9" creationId="{8DE26FC9-1422-24A4-4215-9930893DE6D9}"/>
          </ac:picMkLst>
        </pc:picChg>
        <pc:picChg chg="mod">
          <ac:chgData name="Sovan PATRA" userId="S::sovanpatra@smu.edu.sg::bf6ba47c-5fc4-4c83-9c7d-8ca5eca0b9dc" providerId="AD" clId="Web-{FEFD4548-D427-3706-135A-BFEF3C2835CD}" dt="2024-08-13T16:24:57.336" v="9" actId="1076"/>
          <ac:picMkLst>
            <pc:docMk/>
            <pc:sldMk cId="1800004266" sldId="797"/>
            <ac:picMk id="131" creationId="{00000000-0000-0000-0000-000000000000}"/>
          </ac:picMkLst>
        </pc:picChg>
      </pc:sldChg>
    </pc:docChg>
  </pc:docChgLst>
  <pc:docChgLst>
    <pc:chgData name="Sovan PATRA" userId="S::sovanpatra@smu.edu.sg::bf6ba47c-5fc4-4c83-9c7d-8ca5eca0b9dc" providerId="AD" clId="Web-{9C4FBB5A-B34A-B4F3-C7F1-74D523918713}"/>
    <pc:docChg chg="mod addSld delSld modSld">
      <pc:chgData name="Sovan PATRA" userId="S::sovanpatra@smu.edu.sg::bf6ba47c-5fc4-4c83-9c7d-8ca5eca0b9dc" providerId="AD" clId="Web-{9C4FBB5A-B34A-B4F3-C7F1-74D523918713}" dt="2024-08-14T09:43:15.014" v="1256"/>
      <pc:docMkLst>
        <pc:docMk/>
      </pc:docMkLst>
      <pc:sldChg chg="modSp">
        <pc:chgData name="Sovan PATRA" userId="S::sovanpatra@smu.edu.sg::bf6ba47c-5fc4-4c83-9c7d-8ca5eca0b9dc" providerId="AD" clId="Web-{9C4FBB5A-B34A-B4F3-C7F1-74D523918713}" dt="2024-08-14T07:38:04.430" v="248" actId="20577"/>
        <pc:sldMkLst>
          <pc:docMk/>
          <pc:sldMk cId="0" sldId="257"/>
        </pc:sldMkLst>
        <pc:spChg chg="mod">
          <ac:chgData name="Sovan PATRA" userId="S::sovanpatra@smu.edu.sg::bf6ba47c-5fc4-4c83-9c7d-8ca5eca0b9dc" providerId="AD" clId="Web-{9C4FBB5A-B34A-B4F3-C7F1-74D523918713}" dt="2024-08-14T07:38:04.430" v="248" actId="20577"/>
          <ac:spMkLst>
            <pc:docMk/>
            <pc:sldMk cId="0" sldId="257"/>
            <ac:spMk id="96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9C4FBB5A-B34A-B4F3-C7F1-74D523918713}" dt="2024-08-14T08:55:17.375" v="754" actId="20577"/>
        <pc:sldMkLst>
          <pc:docMk/>
          <pc:sldMk cId="0" sldId="258"/>
        </pc:sldMkLst>
        <pc:spChg chg="mod">
          <ac:chgData name="Sovan PATRA" userId="S::sovanpatra@smu.edu.sg::bf6ba47c-5fc4-4c83-9c7d-8ca5eca0b9dc" providerId="AD" clId="Web-{9C4FBB5A-B34A-B4F3-C7F1-74D523918713}" dt="2024-08-14T08:55:17.375" v="754" actId="20577"/>
          <ac:spMkLst>
            <pc:docMk/>
            <pc:sldMk cId="0" sldId="258"/>
            <ac:spMk id="2" creationId="{8649A4C3-5607-DB7E-973C-FDA9B977E235}"/>
          </ac:spMkLst>
        </pc:spChg>
        <pc:spChg chg="mod">
          <ac:chgData name="Sovan PATRA" userId="S::sovanpatra@smu.edu.sg::bf6ba47c-5fc4-4c83-9c7d-8ca5eca0b9dc" providerId="AD" clId="Web-{9C4FBB5A-B34A-B4F3-C7F1-74D523918713}" dt="2024-08-14T08:22:12.249" v="536" actId="20577"/>
          <ac:spMkLst>
            <pc:docMk/>
            <pc:sldMk cId="0" sldId="258"/>
            <ac:spMk id="105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9C4FBB5A-B34A-B4F3-C7F1-74D523918713}" dt="2024-08-14T08:01:38.220" v="303" actId="20577"/>
        <pc:sldMkLst>
          <pc:docMk/>
          <pc:sldMk cId="654272002" sldId="705"/>
        </pc:sldMkLst>
        <pc:spChg chg="mod">
          <ac:chgData name="Sovan PATRA" userId="S::sovanpatra@smu.edu.sg::bf6ba47c-5fc4-4c83-9c7d-8ca5eca0b9dc" providerId="AD" clId="Web-{9C4FBB5A-B34A-B4F3-C7F1-74D523918713}" dt="2024-08-14T07:42:53.966" v="290" actId="20577"/>
          <ac:spMkLst>
            <pc:docMk/>
            <pc:sldMk cId="654272002" sldId="705"/>
            <ac:spMk id="2" creationId="{8E90F26E-FA91-DEA5-F638-CAD06CC2D0E1}"/>
          </ac:spMkLst>
        </pc:spChg>
        <pc:spChg chg="mod">
          <ac:chgData name="Sovan PATRA" userId="S::sovanpatra@smu.edu.sg::bf6ba47c-5fc4-4c83-9c7d-8ca5eca0b9dc" providerId="AD" clId="Web-{9C4FBB5A-B34A-B4F3-C7F1-74D523918713}" dt="2024-08-14T08:01:38.220" v="303" actId="20577"/>
          <ac:spMkLst>
            <pc:docMk/>
            <pc:sldMk cId="654272002" sldId="705"/>
            <ac:spMk id="5" creationId="{EF859881-A258-4231-B4C5-C4AE7858D245}"/>
          </ac:spMkLst>
        </pc:spChg>
      </pc:sldChg>
      <pc:sldChg chg="delSp modSp">
        <pc:chgData name="Sovan PATRA" userId="S::sovanpatra@smu.edu.sg::bf6ba47c-5fc4-4c83-9c7d-8ca5eca0b9dc" providerId="AD" clId="Web-{9C4FBB5A-B34A-B4F3-C7F1-74D523918713}" dt="2024-08-14T08:16:07.281" v="492" actId="20577"/>
        <pc:sldMkLst>
          <pc:docMk/>
          <pc:sldMk cId="874952222" sldId="732"/>
        </pc:sldMkLst>
        <pc:spChg chg="mod">
          <ac:chgData name="Sovan PATRA" userId="S::sovanpatra@smu.edu.sg::bf6ba47c-5fc4-4c83-9c7d-8ca5eca0b9dc" providerId="AD" clId="Web-{9C4FBB5A-B34A-B4F3-C7F1-74D523918713}" dt="2024-08-14T08:16:07.281" v="492" actId="20577"/>
          <ac:spMkLst>
            <pc:docMk/>
            <pc:sldMk cId="874952222" sldId="732"/>
            <ac:spMk id="2" creationId="{9FB5363D-0056-0100-C54E-E05DE8C2691C}"/>
          </ac:spMkLst>
        </pc:spChg>
        <pc:spChg chg="mod">
          <ac:chgData name="Sovan PATRA" userId="S::sovanpatra@smu.edu.sg::bf6ba47c-5fc4-4c83-9c7d-8ca5eca0b9dc" providerId="AD" clId="Web-{9C4FBB5A-B34A-B4F3-C7F1-74D523918713}" dt="2024-08-14T08:02:31.721" v="318" actId="20577"/>
          <ac:spMkLst>
            <pc:docMk/>
            <pc:sldMk cId="874952222" sldId="732"/>
            <ac:spMk id="5" creationId="{EF859881-A258-4231-B4C5-C4AE7858D245}"/>
          </ac:spMkLst>
        </pc:spChg>
        <pc:picChg chg="del">
          <ac:chgData name="Sovan PATRA" userId="S::sovanpatra@smu.edu.sg::bf6ba47c-5fc4-4c83-9c7d-8ca5eca0b9dc" providerId="AD" clId="Web-{9C4FBB5A-B34A-B4F3-C7F1-74D523918713}" dt="2024-08-14T08:05:06.145" v="357"/>
          <ac:picMkLst>
            <pc:docMk/>
            <pc:sldMk cId="874952222" sldId="732"/>
            <ac:picMk id="3" creationId="{D34A103E-814A-7710-897A-CF10989A8186}"/>
          </ac:picMkLst>
        </pc:picChg>
        <pc:picChg chg="mod">
          <ac:chgData name="Sovan PATRA" userId="S::sovanpatra@smu.edu.sg::bf6ba47c-5fc4-4c83-9c7d-8ca5eca0b9dc" providerId="AD" clId="Web-{9C4FBB5A-B34A-B4F3-C7F1-74D523918713}" dt="2024-08-14T08:06:00.959" v="368" actId="14100"/>
          <ac:picMkLst>
            <pc:docMk/>
            <pc:sldMk cId="874952222" sldId="732"/>
            <ac:picMk id="4" creationId="{CF955CD0-14A1-1F54-2E84-0F310C973EC0}"/>
          </ac:picMkLst>
        </pc:picChg>
      </pc:sldChg>
      <pc:sldChg chg="modSp">
        <pc:chgData name="Sovan PATRA" userId="S::sovanpatra@smu.edu.sg::bf6ba47c-5fc4-4c83-9c7d-8ca5eca0b9dc" providerId="AD" clId="Web-{9C4FBB5A-B34A-B4F3-C7F1-74D523918713}" dt="2024-08-14T09:00:27.586" v="825" actId="20577"/>
        <pc:sldMkLst>
          <pc:docMk/>
          <pc:sldMk cId="1061657228" sldId="741"/>
        </pc:sldMkLst>
        <pc:spChg chg="mod">
          <ac:chgData name="Sovan PATRA" userId="S::sovanpatra@smu.edu.sg::bf6ba47c-5fc4-4c83-9c7d-8ca5eca0b9dc" providerId="AD" clId="Web-{9C4FBB5A-B34A-B4F3-C7F1-74D523918713}" dt="2024-08-14T09:00:27.586" v="825" actId="20577"/>
          <ac:spMkLst>
            <pc:docMk/>
            <pc:sldMk cId="1061657228" sldId="741"/>
            <ac:spMk id="2" creationId="{94131E36-F009-0A33-72F9-D993057FE501}"/>
          </ac:spMkLst>
        </pc:spChg>
      </pc:sldChg>
      <pc:sldChg chg="modSp">
        <pc:chgData name="Sovan PATRA" userId="S::sovanpatra@smu.edu.sg::bf6ba47c-5fc4-4c83-9c7d-8ca5eca0b9dc" providerId="AD" clId="Web-{9C4FBB5A-B34A-B4F3-C7F1-74D523918713}" dt="2024-08-14T07:39:58.104" v="279" actId="20577"/>
        <pc:sldMkLst>
          <pc:docMk/>
          <pc:sldMk cId="1734161703" sldId="782"/>
        </pc:sldMkLst>
        <pc:spChg chg="mod">
          <ac:chgData name="Sovan PATRA" userId="S::sovanpatra@smu.edu.sg::bf6ba47c-5fc4-4c83-9c7d-8ca5eca0b9dc" providerId="AD" clId="Web-{9C4FBB5A-B34A-B4F3-C7F1-74D523918713}" dt="2024-08-14T07:39:58.104" v="279" actId="20577"/>
          <ac:spMkLst>
            <pc:docMk/>
            <pc:sldMk cId="1734161703" sldId="782"/>
            <ac:spMk id="2" creationId="{A413F460-D325-0946-A3F1-12BA6D4BF57A}"/>
          </ac:spMkLst>
        </pc:spChg>
        <pc:spChg chg="mod">
          <ac:chgData name="Sovan PATRA" userId="S::sovanpatra@smu.edu.sg::bf6ba47c-5fc4-4c83-9c7d-8ca5eca0b9dc" providerId="AD" clId="Web-{9C4FBB5A-B34A-B4F3-C7F1-74D523918713}" dt="2024-08-14T07:38:45.212" v="261" actId="20577"/>
          <ac:spMkLst>
            <pc:docMk/>
            <pc:sldMk cId="1734161703" sldId="782"/>
            <ac:spMk id="5" creationId="{EF859881-A258-4231-B4C5-C4AE7858D245}"/>
          </ac:spMkLst>
        </pc:spChg>
      </pc:sldChg>
      <pc:sldChg chg="modSp">
        <pc:chgData name="Sovan PATRA" userId="S::sovanpatra@smu.edu.sg::bf6ba47c-5fc4-4c83-9c7d-8ca5eca0b9dc" providerId="AD" clId="Web-{9C4FBB5A-B34A-B4F3-C7F1-74D523918713}" dt="2024-08-14T09:13:39.278" v="967" actId="20577"/>
        <pc:sldMkLst>
          <pc:docMk/>
          <pc:sldMk cId="2504430843" sldId="785"/>
        </pc:sldMkLst>
        <pc:spChg chg="mod">
          <ac:chgData name="Sovan PATRA" userId="S::sovanpatra@smu.edu.sg::bf6ba47c-5fc4-4c83-9c7d-8ca5eca0b9dc" providerId="AD" clId="Web-{9C4FBB5A-B34A-B4F3-C7F1-74D523918713}" dt="2024-08-14T09:13:39.278" v="967" actId="20577"/>
          <ac:spMkLst>
            <pc:docMk/>
            <pc:sldMk cId="2504430843" sldId="785"/>
            <ac:spMk id="27" creationId="{00000000-0000-0000-0000-000000000000}"/>
          </ac:spMkLst>
        </pc:spChg>
      </pc:sldChg>
      <pc:sldChg chg="modSp del">
        <pc:chgData name="Sovan PATRA" userId="S::sovanpatra@smu.edu.sg::bf6ba47c-5fc4-4c83-9c7d-8ca5eca0b9dc" providerId="AD" clId="Web-{9C4FBB5A-B34A-B4F3-C7F1-74D523918713}" dt="2024-08-14T09:41:21.481" v="1254"/>
        <pc:sldMkLst>
          <pc:docMk/>
          <pc:sldMk cId="3407789526" sldId="786"/>
        </pc:sldMkLst>
        <pc:spChg chg="mod">
          <ac:chgData name="Sovan PATRA" userId="S::sovanpatra@smu.edu.sg::bf6ba47c-5fc4-4c83-9c7d-8ca5eca0b9dc" providerId="AD" clId="Web-{9C4FBB5A-B34A-B4F3-C7F1-74D523918713}" dt="2024-08-14T09:40:40.543" v="1253" actId="20577"/>
          <ac:spMkLst>
            <pc:docMk/>
            <pc:sldMk cId="3407789526" sldId="786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9C4FBB5A-B34A-B4F3-C7F1-74D523918713}" dt="2024-08-14T09:02:30.683" v="839" actId="20577"/>
        <pc:sldMkLst>
          <pc:docMk/>
          <pc:sldMk cId="4020651390" sldId="788"/>
        </pc:sldMkLst>
        <pc:spChg chg="mod">
          <ac:chgData name="Sovan PATRA" userId="S::sovanpatra@smu.edu.sg::bf6ba47c-5fc4-4c83-9c7d-8ca5eca0b9dc" providerId="AD" clId="Web-{9C4FBB5A-B34A-B4F3-C7F1-74D523918713}" dt="2024-08-14T09:02:30.683" v="839" actId="20577"/>
          <ac:spMkLst>
            <pc:docMk/>
            <pc:sldMk cId="4020651390" sldId="788"/>
            <ac:spMk id="5" creationId="{EF859881-A258-4231-B4C5-C4AE7858D245}"/>
          </ac:spMkLst>
        </pc:spChg>
      </pc:sldChg>
      <pc:sldChg chg="delSp modSp add replId">
        <pc:chgData name="Sovan PATRA" userId="S::sovanpatra@smu.edu.sg::bf6ba47c-5fc4-4c83-9c7d-8ca5eca0b9dc" providerId="AD" clId="Web-{9C4FBB5A-B34A-B4F3-C7F1-74D523918713}" dt="2024-08-14T07:35:48.818" v="239" actId="1076"/>
        <pc:sldMkLst>
          <pc:docMk/>
          <pc:sldMk cId="1355865812" sldId="798"/>
        </pc:sldMkLst>
        <pc:spChg chg="mod">
          <ac:chgData name="Sovan PATRA" userId="S::sovanpatra@smu.edu.sg::bf6ba47c-5fc4-4c83-9c7d-8ca5eca0b9dc" providerId="AD" clId="Web-{9C4FBB5A-B34A-B4F3-C7F1-74D523918713}" dt="2024-08-14T07:35:48.818" v="239" actId="1076"/>
          <ac:spMkLst>
            <pc:docMk/>
            <pc:sldMk cId="1355865812" sldId="798"/>
            <ac:spMk id="95" creationId="{00000000-0000-0000-0000-000000000000}"/>
          </ac:spMkLst>
        </pc:spChg>
        <pc:spChg chg="mod">
          <ac:chgData name="Sovan PATRA" userId="S::sovanpatra@smu.edu.sg::bf6ba47c-5fc4-4c83-9c7d-8ca5eca0b9dc" providerId="AD" clId="Web-{9C4FBB5A-B34A-B4F3-C7F1-74D523918713}" dt="2024-08-14T07:20:00.395" v="55" actId="20577"/>
          <ac:spMkLst>
            <pc:docMk/>
            <pc:sldMk cId="1355865812" sldId="798"/>
            <ac:spMk id="96" creationId="{00000000-0000-0000-0000-000000000000}"/>
          </ac:spMkLst>
        </pc:spChg>
        <pc:picChg chg="del">
          <ac:chgData name="Sovan PATRA" userId="S::sovanpatra@smu.edu.sg::bf6ba47c-5fc4-4c83-9c7d-8ca5eca0b9dc" providerId="AD" clId="Web-{9C4FBB5A-B34A-B4F3-C7F1-74D523918713}" dt="2024-08-14T07:08:03.899" v="12"/>
          <ac:picMkLst>
            <pc:docMk/>
            <pc:sldMk cId="1355865812" sldId="798"/>
            <ac:picMk id="97" creationId="{00000000-0000-0000-0000-000000000000}"/>
          </ac:picMkLst>
        </pc:picChg>
      </pc:sldChg>
      <pc:sldChg chg="addSp delSp modSp add replId">
        <pc:chgData name="Sovan PATRA" userId="S::sovanpatra@smu.edu.sg::bf6ba47c-5fc4-4c83-9c7d-8ca5eca0b9dc" providerId="AD" clId="Web-{9C4FBB5A-B34A-B4F3-C7F1-74D523918713}" dt="2024-08-14T08:19:52.863" v="515" actId="14100"/>
        <pc:sldMkLst>
          <pc:docMk/>
          <pc:sldMk cId="772335937" sldId="799"/>
        </pc:sldMkLst>
        <pc:spChg chg="del">
          <ac:chgData name="Sovan PATRA" userId="S::sovanpatra@smu.edu.sg::bf6ba47c-5fc4-4c83-9c7d-8ca5eca0b9dc" providerId="AD" clId="Web-{9C4FBB5A-B34A-B4F3-C7F1-74D523918713}" dt="2024-08-14T08:17:40.283" v="506"/>
          <ac:spMkLst>
            <pc:docMk/>
            <pc:sldMk cId="772335937" sldId="799"/>
            <ac:spMk id="2" creationId="{8649A4C3-5607-DB7E-973C-FDA9B977E235}"/>
          </ac:spMkLst>
        </pc:spChg>
        <pc:spChg chg="mod">
          <ac:chgData name="Sovan PATRA" userId="S::sovanpatra@smu.edu.sg::bf6ba47c-5fc4-4c83-9c7d-8ca5eca0b9dc" providerId="AD" clId="Web-{9C4FBB5A-B34A-B4F3-C7F1-74D523918713}" dt="2024-08-14T08:17:29.845" v="505" actId="20577"/>
          <ac:spMkLst>
            <pc:docMk/>
            <pc:sldMk cId="772335937" sldId="799"/>
            <ac:spMk id="105" creationId="{00000000-0000-0000-0000-000000000000}"/>
          </ac:spMkLst>
        </pc:spChg>
        <pc:picChg chg="del">
          <ac:chgData name="Sovan PATRA" userId="S::sovanpatra@smu.edu.sg::bf6ba47c-5fc4-4c83-9c7d-8ca5eca0b9dc" providerId="AD" clId="Web-{9C4FBB5A-B34A-B4F3-C7F1-74D523918713}" dt="2024-08-14T08:17:44.564" v="507"/>
          <ac:picMkLst>
            <pc:docMk/>
            <pc:sldMk cId="772335937" sldId="799"/>
            <ac:picMk id="3" creationId="{9AEC6553-BA20-B451-3132-101E51104FED}"/>
          </ac:picMkLst>
        </pc:picChg>
        <pc:picChg chg="add mod">
          <ac:chgData name="Sovan PATRA" userId="S::sovanpatra@smu.edu.sg::bf6ba47c-5fc4-4c83-9c7d-8ca5eca0b9dc" providerId="AD" clId="Web-{9C4FBB5A-B34A-B4F3-C7F1-74D523918713}" dt="2024-08-14T08:19:52.863" v="515" actId="14100"/>
          <ac:picMkLst>
            <pc:docMk/>
            <pc:sldMk cId="772335937" sldId="799"/>
            <ac:picMk id="4" creationId="{D393D702-59E5-4D1C-5545-28E7288156B8}"/>
          </ac:picMkLst>
        </pc:picChg>
      </pc:sldChg>
      <pc:sldChg chg="addSp modSp add replId">
        <pc:chgData name="Sovan PATRA" userId="S::sovanpatra@smu.edu.sg::bf6ba47c-5fc4-4c83-9c7d-8ca5eca0b9dc" providerId="AD" clId="Web-{9C4FBB5A-B34A-B4F3-C7F1-74D523918713}" dt="2024-08-14T08:20:56.286" v="522" actId="1076"/>
        <pc:sldMkLst>
          <pc:docMk/>
          <pc:sldMk cId="2275693006" sldId="800"/>
        </pc:sldMkLst>
        <pc:picChg chg="add mod">
          <ac:chgData name="Sovan PATRA" userId="S::sovanpatra@smu.edu.sg::bf6ba47c-5fc4-4c83-9c7d-8ca5eca0b9dc" providerId="AD" clId="Web-{9C4FBB5A-B34A-B4F3-C7F1-74D523918713}" dt="2024-08-14T08:20:56.286" v="522" actId="1076"/>
          <ac:picMkLst>
            <pc:docMk/>
            <pc:sldMk cId="2275693006" sldId="800"/>
            <ac:picMk id="2" creationId="{5245F37C-2A71-16C3-C27A-4146324AFA58}"/>
          </ac:picMkLst>
        </pc:picChg>
      </pc:sldChg>
      <pc:sldChg chg="modSp add replId">
        <pc:chgData name="Sovan PATRA" userId="S::sovanpatra@smu.edu.sg::bf6ba47c-5fc4-4c83-9c7d-8ca5eca0b9dc" providerId="AD" clId="Web-{9C4FBB5A-B34A-B4F3-C7F1-74D523918713}" dt="2024-08-14T08:58:05.770" v="811" actId="20577"/>
        <pc:sldMkLst>
          <pc:docMk/>
          <pc:sldMk cId="2363465418" sldId="801"/>
        </pc:sldMkLst>
        <pc:spChg chg="mod">
          <ac:chgData name="Sovan PATRA" userId="S::sovanpatra@smu.edu.sg::bf6ba47c-5fc4-4c83-9c7d-8ca5eca0b9dc" providerId="AD" clId="Web-{9C4FBB5A-B34A-B4F3-C7F1-74D523918713}" dt="2024-08-14T08:58:05.770" v="811" actId="20577"/>
          <ac:spMkLst>
            <pc:docMk/>
            <pc:sldMk cId="2363465418" sldId="801"/>
            <ac:spMk id="2" creationId="{94131E36-F009-0A33-72F9-D993057FE501}"/>
          </ac:spMkLst>
        </pc:spChg>
        <pc:spChg chg="mod">
          <ac:chgData name="Sovan PATRA" userId="S::sovanpatra@smu.edu.sg::bf6ba47c-5fc4-4c83-9c7d-8ca5eca0b9dc" providerId="AD" clId="Web-{9C4FBB5A-B34A-B4F3-C7F1-74D523918713}" dt="2024-08-14T08:27:39.520" v="547" actId="20577"/>
          <ac:spMkLst>
            <pc:docMk/>
            <pc:sldMk cId="2363465418" sldId="801"/>
            <ac:spMk id="5" creationId="{EF859881-A258-4231-B4C5-C4AE7858D245}"/>
          </ac:spMkLst>
        </pc:spChg>
      </pc:sldChg>
      <pc:sldChg chg="addSp delSp modSp add replId">
        <pc:chgData name="Sovan PATRA" userId="S::sovanpatra@smu.edu.sg::bf6ba47c-5fc4-4c83-9c7d-8ca5eca0b9dc" providerId="AD" clId="Web-{9C4FBB5A-B34A-B4F3-C7F1-74D523918713}" dt="2024-08-14T09:37:14.791" v="1215" actId="20577"/>
        <pc:sldMkLst>
          <pc:docMk/>
          <pc:sldMk cId="2782213904" sldId="802"/>
        </pc:sldMkLst>
        <pc:spChg chg="add del mod">
          <ac:chgData name="Sovan PATRA" userId="S::sovanpatra@smu.edu.sg::bf6ba47c-5fc4-4c83-9c7d-8ca5eca0b9dc" providerId="AD" clId="Web-{9C4FBB5A-B34A-B4F3-C7F1-74D523918713}" dt="2024-08-14T09:37:14.791" v="1215" actId="20577"/>
          <ac:spMkLst>
            <pc:docMk/>
            <pc:sldMk cId="2782213904" sldId="802"/>
            <ac:spMk id="2" creationId="{AC126965-34D7-26F0-506B-1E929E788A4D}"/>
          </ac:spMkLst>
        </pc:spChg>
        <pc:picChg chg="add del mod">
          <ac:chgData name="Sovan PATRA" userId="S::sovanpatra@smu.edu.sg::bf6ba47c-5fc4-4c83-9c7d-8ca5eca0b9dc" providerId="AD" clId="Web-{9C4FBB5A-B34A-B4F3-C7F1-74D523918713}" dt="2024-08-14T09:04:29.499" v="856"/>
          <ac:picMkLst>
            <pc:docMk/>
            <pc:sldMk cId="2782213904" sldId="802"/>
            <ac:picMk id="3" creationId="{37EAA190-B42B-D6C6-AC5B-CC0A9A7E1F34}"/>
          </ac:picMkLst>
        </pc:picChg>
      </pc:sldChg>
      <pc:sldChg chg="add del replId">
        <pc:chgData name="Sovan PATRA" userId="S::sovanpatra@smu.edu.sg::bf6ba47c-5fc4-4c83-9c7d-8ca5eca0b9dc" providerId="AD" clId="Web-{9C4FBB5A-B34A-B4F3-C7F1-74D523918713}" dt="2024-08-14T09:03:06.903" v="841"/>
        <pc:sldMkLst>
          <pc:docMk/>
          <pc:sldMk cId="3632637450" sldId="802"/>
        </pc:sldMkLst>
      </pc:sldChg>
      <pc:sldChg chg="add del replId">
        <pc:chgData name="Sovan PATRA" userId="S::sovanpatra@smu.edu.sg::bf6ba47c-5fc4-4c83-9c7d-8ca5eca0b9dc" providerId="AD" clId="Web-{9C4FBB5A-B34A-B4F3-C7F1-74D523918713}" dt="2024-08-14T09:22:43.018" v="1077"/>
        <pc:sldMkLst>
          <pc:docMk/>
          <pc:sldMk cId="541940818" sldId="803"/>
        </pc:sldMkLst>
      </pc:sldChg>
      <pc:sldChg chg="modSp add replId">
        <pc:chgData name="Sovan PATRA" userId="S::sovanpatra@smu.edu.sg::bf6ba47c-5fc4-4c83-9c7d-8ca5eca0b9dc" providerId="AD" clId="Web-{9C4FBB5A-B34A-B4F3-C7F1-74D523918713}" dt="2024-08-14T09:40:11.121" v="1252" actId="20577"/>
        <pc:sldMkLst>
          <pc:docMk/>
          <pc:sldMk cId="2184550663" sldId="803"/>
        </pc:sldMkLst>
        <pc:spChg chg="mod">
          <ac:chgData name="Sovan PATRA" userId="S::sovanpatra@smu.edu.sg::bf6ba47c-5fc4-4c83-9c7d-8ca5eca0b9dc" providerId="AD" clId="Web-{9C4FBB5A-B34A-B4F3-C7F1-74D523918713}" dt="2024-08-14T09:40:11.121" v="1252" actId="20577"/>
          <ac:spMkLst>
            <pc:docMk/>
            <pc:sldMk cId="2184550663" sldId="803"/>
            <ac:spMk id="2" creationId="{AC126965-34D7-26F0-506B-1E929E788A4D}"/>
          </ac:spMkLst>
        </pc:spChg>
      </pc:sldChg>
      <pc:sldChg chg="add">
        <pc:chgData name="Sovan PATRA" userId="S::sovanpatra@smu.edu.sg::bf6ba47c-5fc4-4c83-9c7d-8ca5eca0b9dc" providerId="AD" clId="Web-{9C4FBB5A-B34A-B4F3-C7F1-74D523918713}" dt="2024-08-14T09:41:34.997" v="1255"/>
        <pc:sldMkLst>
          <pc:docMk/>
          <pc:sldMk cId="3407789526" sldId="804"/>
        </pc:sldMkLst>
      </pc:sldChg>
      <pc:sldChg chg="add replId">
        <pc:chgData name="Sovan PATRA" userId="S::sovanpatra@smu.edu.sg::bf6ba47c-5fc4-4c83-9c7d-8ca5eca0b9dc" providerId="AD" clId="Web-{9C4FBB5A-B34A-B4F3-C7F1-74D523918713}" dt="2024-08-14T09:43:15.014" v="1256"/>
        <pc:sldMkLst>
          <pc:docMk/>
          <pc:sldMk cId="3005520943" sldId="805"/>
        </pc:sldMkLst>
      </pc:sldChg>
    </pc:docChg>
  </pc:docChgLst>
  <pc:docChgLst>
    <pc:chgData name="Sovan PATRA" userId="S::sovanpatra@smu.edu.sg::bf6ba47c-5fc4-4c83-9c7d-8ca5eca0b9dc" providerId="AD" clId="Web-{79ACEFC6-016C-CA84-D19D-AB9636550A5B}"/>
    <pc:docChg chg="addSld delSld modSld sldOrd">
      <pc:chgData name="Sovan PATRA" userId="S::sovanpatra@smu.edu.sg::bf6ba47c-5fc4-4c83-9c7d-8ca5eca0b9dc" providerId="AD" clId="Web-{79ACEFC6-016C-CA84-D19D-AB9636550A5B}" dt="2024-08-15T10:53:06.531" v="1116" actId="20577"/>
      <pc:docMkLst>
        <pc:docMk/>
      </pc:docMkLst>
      <pc:sldChg chg="del">
        <pc:chgData name="Sovan PATRA" userId="S::sovanpatra@smu.edu.sg::bf6ba47c-5fc4-4c83-9c7d-8ca5eca0b9dc" providerId="AD" clId="Web-{79ACEFC6-016C-CA84-D19D-AB9636550A5B}" dt="2024-08-15T09:39:18.121" v="0"/>
        <pc:sldMkLst>
          <pc:docMk/>
          <pc:sldMk cId="0" sldId="260"/>
        </pc:sldMkLst>
      </pc:sldChg>
      <pc:sldChg chg="modSp">
        <pc:chgData name="Sovan PATRA" userId="S::sovanpatra@smu.edu.sg::bf6ba47c-5fc4-4c83-9c7d-8ca5eca0b9dc" providerId="AD" clId="Web-{79ACEFC6-016C-CA84-D19D-AB9636550A5B}" dt="2024-08-15T09:39:42.060" v="2" actId="20577"/>
        <pc:sldMkLst>
          <pc:docMk/>
          <pc:sldMk cId="0" sldId="261"/>
        </pc:sldMkLst>
        <pc:spChg chg="mod">
          <ac:chgData name="Sovan PATRA" userId="S::sovanpatra@smu.edu.sg::bf6ba47c-5fc4-4c83-9c7d-8ca5eca0b9dc" providerId="AD" clId="Web-{79ACEFC6-016C-CA84-D19D-AB9636550A5B}" dt="2024-08-15T09:39:42.060" v="2" actId="20577"/>
          <ac:spMkLst>
            <pc:docMk/>
            <pc:sldMk cId="0" sldId="261"/>
            <ac:spMk id="128" creationId="{00000000-0000-0000-0000-000000000000}"/>
          </ac:spMkLst>
        </pc:spChg>
      </pc:sldChg>
      <pc:sldChg chg="modSp del">
        <pc:chgData name="Sovan PATRA" userId="S::sovanpatra@smu.edu.sg::bf6ba47c-5fc4-4c83-9c7d-8ca5eca0b9dc" providerId="AD" clId="Web-{79ACEFC6-016C-CA84-D19D-AB9636550A5B}" dt="2024-08-15T10:49:18.959" v="1100"/>
        <pc:sldMkLst>
          <pc:docMk/>
          <pc:sldMk cId="0" sldId="266"/>
        </pc:sldMkLst>
        <pc:spChg chg="mod">
          <ac:chgData name="Sovan PATRA" userId="S::sovanpatra@smu.edu.sg::bf6ba47c-5fc4-4c83-9c7d-8ca5eca0b9dc" providerId="AD" clId="Web-{79ACEFC6-016C-CA84-D19D-AB9636550A5B}" dt="2024-08-15T10:48:56.177" v="1099" actId="20577"/>
          <ac:spMkLst>
            <pc:docMk/>
            <pc:sldMk cId="0" sldId="266"/>
            <ac:spMk id="168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50:05.524" v="1106" actId="20577"/>
        <pc:sldMkLst>
          <pc:docMk/>
          <pc:sldMk cId="0" sldId="268"/>
        </pc:sldMkLst>
        <pc:spChg chg="mod">
          <ac:chgData name="Sovan PATRA" userId="S::sovanpatra@smu.edu.sg::bf6ba47c-5fc4-4c83-9c7d-8ca5eca0b9dc" providerId="AD" clId="Web-{79ACEFC6-016C-CA84-D19D-AB9636550A5B}" dt="2024-08-15T10:50:05.524" v="1106" actId="20577"/>
          <ac:spMkLst>
            <pc:docMk/>
            <pc:sldMk cId="0" sldId="268"/>
            <ac:spMk id="179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49:37.569" v="1102" actId="20577"/>
        <pc:sldMkLst>
          <pc:docMk/>
          <pc:sldMk cId="0" sldId="269"/>
        </pc:sldMkLst>
        <pc:spChg chg="mod">
          <ac:chgData name="Sovan PATRA" userId="S::sovanpatra@smu.edu.sg::bf6ba47c-5fc4-4c83-9c7d-8ca5eca0b9dc" providerId="AD" clId="Web-{79ACEFC6-016C-CA84-D19D-AB9636550A5B}" dt="2024-08-15T10:49:37.569" v="1102" actId="20577"/>
          <ac:spMkLst>
            <pc:docMk/>
            <pc:sldMk cId="0" sldId="269"/>
            <ac:spMk id="18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47:43.627" v="1083" actId="20577"/>
        <pc:sldMkLst>
          <pc:docMk/>
          <pc:sldMk cId="0" sldId="681"/>
        </pc:sldMkLst>
        <pc:spChg chg="mod">
          <ac:chgData name="Sovan PATRA" userId="S::sovanpatra@smu.edu.sg::bf6ba47c-5fc4-4c83-9c7d-8ca5eca0b9dc" providerId="AD" clId="Web-{79ACEFC6-016C-CA84-D19D-AB9636550A5B}" dt="2024-08-15T10:47:43.627" v="1083" actId="20577"/>
          <ac:spMkLst>
            <pc:docMk/>
            <pc:sldMk cId="0" sldId="681"/>
            <ac:spMk id="10" creationId="{0FCA8FA7-33D0-4E70-9F8D-ADC16D7AA396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53:06.531" v="1116" actId="20577"/>
        <pc:sldMkLst>
          <pc:docMk/>
          <pc:sldMk cId="1336792199" sldId="693"/>
        </pc:sldMkLst>
        <pc:spChg chg="mod">
          <ac:chgData name="Sovan PATRA" userId="S::sovanpatra@smu.edu.sg::bf6ba47c-5fc4-4c83-9c7d-8ca5eca0b9dc" providerId="AD" clId="Web-{79ACEFC6-016C-CA84-D19D-AB9636550A5B}" dt="2024-08-15T10:53:06.531" v="1116" actId="20577"/>
          <ac:spMkLst>
            <pc:docMk/>
            <pc:sldMk cId="1336792199" sldId="693"/>
            <ac:spMk id="3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33:46.469" v="962" actId="1076"/>
        <pc:sldMkLst>
          <pc:docMk/>
          <pc:sldMk cId="56978495" sldId="734"/>
        </pc:sldMkLst>
        <pc:spChg chg="mod">
          <ac:chgData name="Sovan PATRA" userId="S::sovanpatra@smu.edu.sg::bf6ba47c-5fc4-4c83-9c7d-8ca5eca0b9dc" providerId="AD" clId="Web-{79ACEFC6-016C-CA84-D19D-AB9636550A5B}" dt="2024-08-15T10:33:46.469" v="962" actId="1076"/>
          <ac:spMkLst>
            <pc:docMk/>
            <pc:sldMk cId="56978495" sldId="734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46:56.219" v="1079" actId="1076"/>
        <pc:sldMkLst>
          <pc:docMk/>
          <pc:sldMk cId="4005574901" sldId="737"/>
        </pc:sldMkLst>
        <pc:spChg chg="mod">
          <ac:chgData name="Sovan PATRA" userId="S::sovanpatra@smu.edu.sg::bf6ba47c-5fc4-4c83-9c7d-8ca5eca0b9dc" providerId="AD" clId="Web-{79ACEFC6-016C-CA84-D19D-AB9636550A5B}" dt="2024-08-15T10:46:56.219" v="1079" actId="1076"/>
          <ac:spMkLst>
            <pc:docMk/>
            <pc:sldMk cId="4005574901" sldId="737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47:17.626" v="1082" actId="20577"/>
        <pc:sldMkLst>
          <pc:docMk/>
          <pc:sldMk cId="3623020844" sldId="738"/>
        </pc:sldMkLst>
        <pc:spChg chg="mod">
          <ac:chgData name="Sovan PATRA" userId="S::sovanpatra@smu.edu.sg::bf6ba47c-5fc4-4c83-9c7d-8ca5eca0b9dc" providerId="AD" clId="Web-{79ACEFC6-016C-CA84-D19D-AB9636550A5B}" dt="2024-08-15T10:47:17.626" v="1082" actId="20577"/>
          <ac:spMkLst>
            <pc:docMk/>
            <pc:sldMk cId="3623020844" sldId="738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51:16.292" v="1112" actId="20577"/>
        <pc:sldMkLst>
          <pc:docMk/>
          <pc:sldMk cId="3039455731" sldId="744"/>
        </pc:sldMkLst>
        <pc:spChg chg="mod">
          <ac:chgData name="Sovan PATRA" userId="S::sovanpatra@smu.edu.sg::bf6ba47c-5fc4-4c83-9c7d-8ca5eca0b9dc" providerId="AD" clId="Web-{79ACEFC6-016C-CA84-D19D-AB9636550A5B}" dt="2024-08-15T10:51:16.292" v="1112" actId="20577"/>
          <ac:spMkLst>
            <pc:docMk/>
            <pc:sldMk cId="3039455731" sldId="744"/>
            <ac:spMk id="15" creationId="{654846F9-EE72-47C7-8962-EF70CB6580EB}"/>
          </ac:spMkLst>
        </pc:spChg>
      </pc:sldChg>
      <pc:sldChg chg="del">
        <pc:chgData name="Sovan PATRA" userId="S::sovanpatra@smu.edu.sg::bf6ba47c-5fc4-4c83-9c7d-8ca5eca0b9dc" providerId="AD" clId="Web-{79ACEFC6-016C-CA84-D19D-AB9636550A5B}" dt="2024-08-15T10:50:18.805" v="1107"/>
        <pc:sldMkLst>
          <pc:docMk/>
          <pc:sldMk cId="1336995462" sldId="745"/>
        </pc:sldMkLst>
      </pc:sldChg>
      <pc:sldChg chg="modSp">
        <pc:chgData name="Sovan PATRA" userId="S::sovanpatra@smu.edu.sg::bf6ba47c-5fc4-4c83-9c7d-8ca5eca0b9dc" providerId="AD" clId="Web-{79ACEFC6-016C-CA84-D19D-AB9636550A5B}" dt="2024-08-15T10:47:58.034" v="1084" actId="20577"/>
        <pc:sldMkLst>
          <pc:docMk/>
          <pc:sldMk cId="3498960125" sldId="760"/>
        </pc:sldMkLst>
        <pc:spChg chg="mod">
          <ac:chgData name="Sovan PATRA" userId="S::sovanpatra@smu.edu.sg::bf6ba47c-5fc4-4c83-9c7d-8ca5eca0b9dc" providerId="AD" clId="Web-{79ACEFC6-016C-CA84-D19D-AB9636550A5B}" dt="2024-08-15T10:47:58.034" v="1084" actId="20577"/>
          <ac:spMkLst>
            <pc:docMk/>
            <pc:sldMk cId="3498960125" sldId="760"/>
            <ac:spMk id="10" creationId="{0FCA8FA7-33D0-4E70-9F8D-ADC16D7AA396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52:40.514" v="1115" actId="1076"/>
        <pc:sldMkLst>
          <pc:docMk/>
          <pc:sldMk cId="2584733337" sldId="779"/>
        </pc:sldMkLst>
        <pc:spChg chg="mod">
          <ac:chgData name="Sovan PATRA" userId="S::sovanpatra@smu.edu.sg::bf6ba47c-5fc4-4c83-9c7d-8ca5eca0b9dc" providerId="AD" clId="Web-{79ACEFC6-016C-CA84-D19D-AB9636550A5B}" dt="2024-08-15T10:52:40.514" v="1115" actId="1076"/>
          <ac:spMkLst>
            <pc:docMk/>
            <pc:sldMk cId="2584733337" sldId="779"/>
            <ac:spMk id="3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09:42:11.753" v="6" actId="1076"/>
        <pc:sldMkLst>
          <pc:docMk/>
          <pc:sldMk cId="1922208766" sldId="784"/>
        </pc:sldMkLst>
        <pc:spChg chg="mod">
          <ac:chgData name="Sovan PATRA" userId="S::sovanpatra@smu.edu.sg::bf6ba47c-5fc4-4c83-9c7d-8ca5eca0b9dc" providerId="AD" clId="Web-{79ACEFC6-016C-CA84-D19D-AB9636550A5B}" dt="2024-08-15T09:42:05.534" v="5" actId="1076"/>
          <ac:spMkLst>
            <pc:docMk/>
            <pc:sldMk cId="1922208766" sldId="784"/>
            <ac:spMk id="27" creationId="{00000000-0000-0000-0000-000000000000}"/>
          </ac:spMkLst>
        </pc:spChg>
        <pc:picChg chg="mod">
          <ac:chgData name="Sovan PATRA" userId="S::sovanpatra@smu.edu.sg::bf6ba47c-5fc4-4c83-9c7d-8ca5eca0b9dc" providerId="AD" clId="Web-{79ACEFC6-016C-CA84-D19D-AB9636550A5B}" dt="2024-08-15T09:42:11.753" v="6" actId="1076"/>
          <ac:picMkLst>
            <pc:docMk/>
            <pc:sldMk cId="1922208766" sldId="784"/>
            <ac:picMk id="2" creationId="{7165CCB4-6761-B434-9ECB-7C6A410A6537}"/>
          </ac:picMkLst>
        </pc:picChg>
      </pc:sldChg>
      <pc:sldChg chg="del">
        <pc:chgData name="Sovan PATRA" userId="S::sovanpatra@smu.edu.sg::bf6ba47c-5fc4-4c83-9c7d-8ca5eca0b9dc" providerId="AD" clId="Web-{79ACEFC6-016C-CA84-D19D-AB9636550A5B}" dt="2024-08-15T10:14:13.298" v="688"/>
        <pc:sldMkLst>
          <pc:docMk/>
          <pc:sldMk cId="4020651390" sldId="788"/>
        </pc:sldMkLst>
      </pc:sldChg>
      <pc:sldChg chg="modSp">
        <pc:chgData name="Sovan PATRA" userId="S::sovanpatra@smu.edu.sg::bf6ba47c-5fc4-4c83-9c7d-8ca5eca0b9dc" providerId="AD" clId="Web-{79ACEFC6-016C-CA84-D19D-AB9636550A5B}" dt="2024-08-15T10:18:20.089" v="779" actId="1076"/>
        <pc:sldMkLst>
          <pc:docMk/>
          <pc:sldMk cId="3061485802" sldId="789"/>
        </pc:sldMkLst>
        <pc:spChg chg="mod">
          <ac:chgData name="Sovan PATRA" userId="S::sovanpatra@smu.edu.sg::bf6ba47c-5fc4-4c83-9c7d-8ca5eca0b9dc" providerId="AD" clId="Web-{79ACEFC6-016C-CA84-D19D-AB9636550A5B}" dt="2024-08-15T10:15:37.817" v="704" actId="20577"/>
          <ac:spMkLst>
            <pc:docMk/>
            <pc:sldMk cId="3061485802" sldId="789"/>
            <ac:spMk id="5" creationId="{EF859881-A258-4231-B4C5-C4AE7858D245}"/>
          </ac:spMkLst>
        </pc:spChg>
        <pc:spChg chg="mod">
          <ac:chgData name="Sovan PATRA" userId="S::sovanpatra@smu.edu.sg::bf6ba47c-5fc4-4c83-9c7d-8ca5eca0b9dc" providerId="AD" clId="Web-{79ACEFC6-016C-CA84-D19D-AB9636550A5B}" dt="2024-08-15T10:18:20.089" v="779" actId="1076"/>
          <ac:spMkLst>
            <pc:docMk/>
            <pc:sldMk cId="3061485802" sldId="789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34:40.721" v="975" actId="20577"/>
        <pc:sldMkLst>
          <pc:docMk/>
          <pc:sldMk cId="3587999390" sldId="790"/>
        </pc:sldMkLst>
        <pc:spChg chg="mod">
          <ac:chgData name="Sovan PATRA" userId="S::sovanpatra@smu.edu.sg::bf6ba47c-5fc4-4c83-9c7d-8ca5eca0b9dc" providerId="AD" clId="Web-{79ACEFC6-016C-CA84-D19D-AB9636550A5B}" dt="2024-08-15T10:23:11.225" v="862" actId="20577"/>
          <ac:spMkLst>
            <pc:docMk/>
            <pc:sldMk cId="3587999390" sldId="790"/>
            <ac:spMk id="2" creationId="{126DCA72-1E90-BB5F-3CE6-6BAA4B45438F}"/>
          </ac:spMkLst>
        </pc:spChg>
        <pc:spChg chg="mod">
          <ac:chgData name="Sovan PATRA" userId="S::sovanpatra@smu.edu.sg::bf6ba47c-5fc4-4c83-9c7d-8ca5eca0b9dc" providerId="AD" clId="Web-{79ACEFC6-016C-CA84-D19D-AB9636550A5B}" dt="2024-08-15T10:34:40.721" v="975" actId="20577"/>
          <ac:spMkLst>
            <pc:docMk/>
            <pc:sldMk cId="3587999390" sldId="790"/>
            <ac:spMk id="5" creationId="{EF859881-A258-4231-B4C5-C4AE7858D245}"/>
          </ac:spMkLst>
        </pc:spChg>
        <pc:picChg chg="mod">
          <ac:chgData name="Sovan PATRA" userId="S::sovanpatra@smu.edu.sg::bf6ba47c-5fc4-4c83-9c7d-8ca5eca0b9dc" providerId="AD" clId="Web-{79ACEFC6-016C-CA84-D19D-AB9636550A5B}" dt="2024-08-15T10:23:16.991" v="863" actId="1076"/>
          <ac:picMkLst>
            <pc:docMk/>
            <pc:sldMk cId="3587999390" sldId="790"/>
            <ac:picMk id="4" creationId="{AEE6E9C2-D604-1B7A-D12B-1A2DFF63D00C}"/>
          </ac:picMkLst>
        </pc:picChg>
      </pc:sldChg>
      <pc:sldChg chg="modSp">
        <pc:chgData name="Sovan PATRA" userId="S::sovanpatra@smu.edu.sg::bf6ba47c-5fc4-4c83-9c7d-8ca5eca0b9dc" providerId="AD" clId="Web-{79ACEFC6-016C-CA84-D19D-AB9636550A5B}" dt="2024-08-15T10:41:29.831" v="997" actId="20577"/>
        <pc:sldMkLst>
          <pc:docMk/>
          <pc:sldMk cId="1581940851" sldId="791"/>
        </pc:sldMkLst>
        <pc:spChg chg="mod">
          <ac:chgData name="Sovan PATRA" userId="S::sovanpatra@smu.edu.sg::bf6ba47c-5fc4-4c83-9c7d-8ca5eca0b9dc" providerId="AD" clId="Web-{79ACEFC6-016C-CA84-D19D-AB9636550A5B}" dt="2024-08-15T10:24:26.431" v="869" actId="20577"/>
          <ac:spMkLst>
            <pc:docMk/>
            <pc:sldMk cId="1581940851" sldId="791"/>
            <ac:spMk id="2" creationId="{112E0CFC-F475-EE64-C58F-6EE6DA14A3A8}"/>
          </ac:spMkLst>
        </pc:spChg>
        <pc:spChg chg="mod">
          <ac:chgData name="Sovan PATRA" userId="S::sovanpatra@smu.edu.sg::bf6ba47c-5fc4-4c83-9c7d-8ca5eca0b9dc" providerId="AD" clId="Web-{79ACEFC6-016C-CA84-D19D-AB9636550A5B}" dt="2024-08-15T10:41:29.831" v="997" actId="20577"/>
          <ac:spMkLst>
            <pc:docMk/>
            <pc:sldMk cId="1581940851" sldId="791"/>
            <ac:spMk id="5" creationId="{EF859881-A258-4231-B4C5-C4AE7858D245}"/>
          </ac:spMkLst>
        </pc:spChg>
        <pc:picChg chg="mod">
          <ac:chgData name="Sovan PATRA" userId="S::sovanpatra@smu.edu.sg::bf6ba47c-5fc4-4c83-9c7d-8ca5eca0b9dc" providerId="AD" clId="Web-{79ACEFC6-016C-CA84-D19D-AB9636550A5B}" dt="2024-08-15T10:35:17.082" v="978" actId="14100"/>
          <ac:picMkLst>
            <pc:docMk/>
            <pc:sldMk cId="1581940851" sldId="791"/>
            <ac:picMk id="3" creationId="{EFB5C153-4DDD-86AA-4133-C74046E5D908}"/>
          </ac:picMkLst>
        </pc:picChg>
      </pc:sldChg>
      <pc:sldChg chg="modSp">
        <pc:chgData name="Sovan PATRA" userId="S::sovanpatra@smu.edu.sg::bf6ba47c-5fc4-4c83-9c7d-8ca5eca0b9dc" providerId="AD" clId="Web-{79ACEFC6-016C-CA84-D19D-AB9636550A5B}" dt="2024-08-15T10:42:10.614" v="1016" actId="20577"/>
        <pc:sldMkLst>
          <pc:docMk/>
          <pc:sldMk cId="2908354388" sldId="792"/>
        </pc:sldMkLst>
        <pc:spChg chg="mod">
          <ac:chgData name="Sovan PATRA" userId="S::sovanpatra@smu.edu.sg::bf6ba47c-5fc4-4c83-9c7d-8ca5eca0b9dc" providerId="AD" clId="Web-{79ACEFC6-016C-CA84-D19D-AB9636550A5B}" dt="2024-08-15T10:27:31.377" v="902" actId="20577"/>
          <ac:spMkLst>
            <pc:docMk/>
            <pc:sldMk cId="2908354388" sldId="792"/>
            <ac:spMk id="2" creationId="{1AEFF206-78CA-BE7D-C620-334D71D59971}"/>
          </ac:spMkLst>
        </pc:spChg>
        <pc:spChg chg="mod">
          <ac:chgData name="Sovan PATRA" userId="S::sovanpatra@smu.edu.sg::bf6ba47c-5fc4-4c83-9c7d-8ca5eca0b9dc" providerId="AD" clId="Web-{79ACEFC6-016C-CA84-D19D-AB9636550A5B}" dt="2024-08-15T10:42:10.614" v="1016" actId="20577"/>
          <ac:spMkLst>
            <pc:docMk/>
            <pc:sldMk cId="2908354388" sldId="792"/>
            <ac:spMk id="5" creationId="{EF859881-A258-4231-B4C5-C4AE7858D245}"/>
          </ac:spMkLst>
        </pc:spChg>
      </pc:sldChg>
      <pc:sldChg chg="addSp delSp modSp">
        <pc:chgData name="Sovan PATRA" userId="S::sovanpatra@smu.edu.sg::bf6ba47c-5fc4-4c83-9c7d-8ca5eca0b9dc" providerId="AD" clId="Web-{79ACEFC6-016C-CA84-D19D-AB9636550A5B}" dt="2024-08-15T10:31:18.542" v="920" actId="14100"/>
        <pc:sldMkLst>
          <pc:docMk/>
          <pc:sldMk cId="671245856" sldId="793"/>
        </pc:sldMkLst>
        <pc:spChg chg="mod">
          <ac:chgData name="Sovan PATRA" userId="S::sovanpatra@smu.edu.sg::bf6ba47c-5fc4-4c83-9c7d-8ca5eca0b9dc" providerId="AD" clId="Web-{79ACEFC6-016C-CA84-D19D-AB9636550A5B}" dt="2024-08-15T10:29:33.459" v="914" actId="14100"/>
          <ac:spMkLst>
            <pc:docMk/>
            <pc:sldMk cId="671245856" sldId="793"/>
            <ac:spMk id="27" creationId="{00000000-0000-0000-0000-000000000000}"/>
          </ac:spMkLst>
        </pc:spChg>
        <pc:picChg chg="add del mod">
          <ac:chgData name="Sovan PATRA" userId="S::sovanpatra@smu.edu.sg::bf6ba47c-5fc4-4c83-9c7d-8ca5eca0b9dc" providerId="AD" clId="Web-{79ACEFC6-016C-CA84-D19D-AB9636550A5B}" dt="2024-08-15T10:31:00.025" v="917"/>
          <ac:picMkLst>
            <pc:docMk/>
            <pc:sldMk cId="671245856" sldId="793"/>
            <ac:picMk id="2" creationId="{854F707E-5F79-46E5-3402-EB7ECF7711AE}"/>
          </ac:picMkLst>
        </pc:picChg>
        <pc:picChg chg="add mod">
          <ac:chgData name="Sovan PATRA" userId="S::sovanpatra@smu.edu.sg::bf6ba47c-5fc4-4c83-9c7d-8ca5eca0b9dc" providerId="AD" clId="Web-{79ACEFC6-016C-CA84-D19D-AB9636550A5B}" dt="2024-08-15T10:31:18.542" v="920" actId="14100"/>
          <ac:picMkLst>
            <pc:docMk/>
            <pc:sldMk cId="671245856" sldId="793"/>
            <ac:picMk id="3" creationId="{3B0DD619-82A5-4E8F-EAD4-FC862A638EA2}"/>
          </ac:picMkLst>
        </pc:picChg>
      </pc:sldChg>
      <pc:sldChg chg="modSp">
        <pc:chgData name="Sovan PATRA" userId="S::sovanpatra@smu.edu.sg::bf6ba47c-5fc4-4c83-9c7d-8ca5eca0b9dc" providerId="AD" clId="Web-{79ACEFC6-016C-CA84-D19D-AB9636550A5B}" dt="2024-08-15T10:46:18.030" v="1077" actId="14100"/>
        <pc:sldMkLst>
          <pc:docMk/>
          <pc:sldMk cId="3489592855" sldId="794"/>
        </pc:sldMkLst>
        <pc:spChg chg="mod">
          <ac:chgData name="Sovan PATRA" userId="S::sovanpatra@smu.edu.sg::bf6ba47c-5fc4-4c83-9c7d-8ca5eca0b9dc" providerId="AD" clId="Web-{79ACEFC6-016C-CA84-D19D-AB9636550A5B}" dt="2024-08-15T10:46:18.030" v="1077" actId="14100"/>
          <ac:spMkLst>
            <pc:docMk/>
            <pc:sldMk cId="3489592855" sldId="794"/>
            <ac:spMk id="27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09:39:47.091" v="3" actId="20577"/>
        <pc:sldMkLst>
          <pc:docMk/>
          <pc:sldMk cId="1800004266" sldId="797"/>
        </pc:sldMkLst>
        <pc:spChg chg="mod">
          <ac:chgData name="Sovan PATRA" userId="S::sovanpatra@smu.edu.sg::bf6ba47c-5fc4-4c83-9c7d-8ca5eca0b9dc" providerId="AD" clId="Web-{79ACEFC6-016C-CA84-D19D-AB9636550A5B}" dt="2024-08-15T09:39:47.091" v="3" actId="20577"/>
          <ac:spMkLst>
            <pc:docMk/>
            <pc:sldMk cId="1800004266" sldId="797"/>
            <ac:spMk id="128" creationId="{00000000-0000-0000-0000-000000000000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09:45:57.762" v="68" actId="20577"/>
        <pc:sldMkLst>
          <pc:docMk/>
          <pc:sldMk cId="2782213904" sldId="802"/>
        </pc:sldMkLst>
        <pc:spChg chg="mod">
          <ac:chgData name="Sovan PATRA" userId="S::sovanpatra@smu.edu.sg::bf6ba47c-5fc4-4c83-9c7d-8ca5eca0b9dc" providerId="AD" clId="Web-{79ACEFC6-016C-CA84-D19D-AB9636550A5B}" dt="2024-08-15T09:43:42.522" v="25" actId="20577"/>
          <ac:spMkLst>
            <pc:docMk/>
            <pc:sldMk cId="2782213904" sldId="802"/>
            <ac:spMk id="2" creationId="{AC126965-34D7-26F0-506B-1E929E788A4D}"/>
          </ac:spMkLst>
        </pc:spChg>
        <pc:spChg chg="mod">
          <ac:chgData name="Sovan PATRA" userId="S::sovanpatra@smu.edu.sg::bf6ba47c-5fc4-4c83-9c7d-8ca5eca0b9dc" providerId="AD" clId="Web-{79ACEFC6-016C-CA84-D19D-AB9636550A5B}" dt="2024-08-15T09:45:57.762" v="68" actId="20577"/>
          <ac:spMkLst>
            <pc:docMk/>
            <pc:sldMk cId="2782213904" sldId="802"/>
            <ac:spMk id="5" creationId="{EF859881-A258-4231-B4C5-C4AE7858D245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13:25.702" v="687" actId="20577"/>
        <pc:sldMkLst>
          <pc:docMk/>
          <pc:sldMk cId="2184550663" sldId="803"/>
        </pc:sldMkLst>
        <pc:spChg chg="mod">
          <ac:chgData name="Sovan PATRA" userId="S::sovanpatra@smu.edu.sg::bf6ba47c-5fc4-4c83-9c7d-8ca5eca0b9dc" providerId="AD" clId="Web-{79ACEFC6-016C-CA84-D19D-AB9636550A5B}" dt="2024-08-15T10:13:25.702" v="687" actId="20577"/>
          <ac:spMkLst>
            <pc:docMk/>
            <pc:sldMk cId="2184550663" sldId="803"/>
            <ac:spMk id="2" creationId="{AC126965-34D7-26F0-506B-1E929E788A4D}"/>
          </ac:spMkLst>
        </pc:spChg>
        <pc:spChg chg="mod">
          <ac:chgData name="Sovan PATRA" userId="S::sovanpatra@smu.edu.sg::bf6ba47c-5fc4-4c83-9c7d-8ca5eca0b9dc" providerId="AD" clId="Web-{79ACEFC6-016C-CA84-D19D-AB9636550A5B}" dt="2024-08-15T10:00:36.812" v="397" actId="20577"/>
          <ac:spMkLst>
            <pc:docMk/>
            <pc:sldMk cId="2184550663" sldId="803"/>
            <ac:spMk id="5" creationId="{EF859881-A258-4231-B4C5-C4AE7858D245}"/>
          </ac:spMkLst>
        </pc:spChg>
      </pc:sldChg>
      <pc:sldChg chg="modSp">
        <pc:chgData name="Sovan PATRA" userId="S::sovanpatra@smu.edu.sg::bf6ba47c-5fc4-4c83-9c7d-8ca5eca0b9dc" providerId="AD" clId="Web-{79ACEFC6-016C-CA84-D19D-AB9636550A5B}" dt="2024-08-15T10:00:14.562" v="388" actId="20577"/>
        <pc:sldMkLst>
          <pc:docMk/>
          <pc:sldMk cId="3005520943" sldId="805"/>
        </pc:sldMkLst>
        <pc:spChg chg="mod">
          <ac:chgData name="Sovan PATRA" userId="S::sovanpatra@smu.edu.sg::bf6ba47c-5fc4-4c83-9c7d-8ca5eca0b9dc" providerId="AD" clId="Web-{79ACEFC6-016C-CA84-D19D-AB9636550A5B}" dt="2024-08-15T10:00:14.562" v="388" actId="20577"/>
          <ac:spMkLst>
            <pc:docMk/>
            <pc:sldMk cId="3005520943" sldId="805"/>
            <ac:spMk id="2" creationId="{AC126965-34D7-26F0-506B-1E929E788A4D}"/>
          </ac:spMkLst>
        </pc:spChg>
        <pc:spChg chg="mod">
          <ac:chgData name="Sovan PATRA" userId="S::sovanpatra@smu.edu.sg::bf6ba47c-5fc4-4c83-9c7d-8ca5eca0b9dc" providerId="AD" clId="Web-{79ACEFC6-016C-CA84-D19D-AB9636550A5B}" dt="2024-08-15T09:46:50.045" v="88" actId="20577"/>
          <ac:spMkLst>
            <pc:docMk/>
            <pc:sldMk cId="3005520943" sldId="805"/>
            <ac:spMk id="5" creationId="{EF859881-A258-4231-B4C5-C4AE7858D245}"/>
          </ac:spMkLst>
        </pc:spChg>
      </pc:sldChg>
      <pc:sldChg chg="modSp add ord replId">
        <pc:chgData name="Sovan PATRA" userId="S::sovanpatra@smu.edu.sg::bf6ba47c-5fc4-4c83-9c7d-8ca5eca0b9dc" providerId="AD" clId="Web-{79ACEFC6-016C-CA84-D19D-AB9636550A5B}" dt="2024-08-15T10:45:19.294" v="1072"/>
        <pc:sldMkLst>
          <pc:docMk/>
          <pc:sldMk cId="1729498737" sldId="806"/>
        </pc:sldMkLst>
        <pc:spChg chg="mod">
          <ac:chgData name="Sovan PATRA" userId="S::sovanpatra@smu.edu.sg::bf6ba47c-5fc4-4c83-9c7d-8ca5eca0b9dc" providerId="AD" clId="Web-{79ACEFC6-016C-CA84-D19D-AB9636550A5B}" dt="2024-08-15T10:42:55.007" v="1028" actId="20577"/>
          <ac:spMkLst>
            <pc:docMk/>
            <pc:sldMk cId="1729498737" sldId="806"/>
            <ac:spMk id="5" creationId="{EF859881-A258-4231-B4C5-C4AE7858D245}"/>
          </ac:spMkLst>
        </pc:spChg>
        <pc:spChg chg="mod">
          <ac:chgData name="Sovan PATRA" userId="S::sovanpatra@smu.edu.sg::bf6ba47c-5fc4-4c83-9c7d-8ca5eca0b9dc" providerId="AD" clId="Web-{79ACEFC6-016C-CA84-D19D-AB9636550A5B}" dt="2024-08-15T10:44:53.464" v="1071" actId="20577"/>
          <ac:spMkLst>
            <pc:docMk/>
            <pc:sldMk cId="1729498737" sldId="806"/>
            <ac:spMk id="2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BA45F-6717-4B45-8FA8-686FB0597DDB}" type="datetimeFigureOut">
              <a:rPr lang="en-SG" smtClean="0"/>
              <a:t>17/8/2026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E6A89-7E09-4763-99A1-70D3324266D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984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401D762-8C4E-4940-BBD5-353386930FCC}" type="datetimeFigureOut">
              <a:rPr lang="en-GB" altLang="en-US"/>
              <a:pPr>
                <a:defRPr/>
              </a:pPr>
              <a:t>17/08/2026</a:t>
            </a:fld>
            <a:endParaRPr lang="en-GB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26468F5-32C4-4E12-8FAF-DFE2534DF44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59353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kQhK8O9Jik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6CAD0BD-A848-495E-97A0-2E2E80A2D083}" type="slidenum">
              <a:rPr lang="en-GB" altLang="en-US" sz="1200" smtClean="0"/>
              <a:pPr/>
              <a:t>2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501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506E-9075-4669-6C51-62272FEA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493F1222-18B2-6855-EF0F-187183E91D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57A68EEA-B92A-BF8D-108F-C9A7E43AB3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CC3FB60F-7EE1-11D4-7933-539082B8A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6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150172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7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526601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C2EF090E-A74D-E118-00A4-12AF6B05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257F81A-A1BA-8AB0-7BBC-B9269F639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F6CAC71-9529-D8FC-4488-586DAA6A6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7C4D15F-C78B-1356-E2CC-F611548A76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1170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9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205763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AU" b="1" baseline="0" dirty="0"/>
          </a:p>
          <a:p>
            <a:pPr marL="171450" indent="-171450">
              <a:buFontTx/>
              <a:buChar char="-"/>
            </a:pP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CA7E7-6945-44B5-95DA-2DC453F3C1E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949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2B5EA-E26A-3E59-068D-21421E76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D47B8-73A0-48D8-B441-1BEF0FAB0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EB2C4-BD09-183C-9377-FC2D80EE3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15A4-D46A-1AD3-D9E0-D7651E8E9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1CA7E7-6945-44B5-95DA-2DC453F3C1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524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55B9-4C67-0252-E33C-40A4A5DC9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CBE4E995-941E-8347-DB3E-04D6A89D48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39CC74DA-85D8-6712-5CF3-ED10968CD1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A034EB7A-E0CF-C736-D664-1B508128A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12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787059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A4C8-5179-3A32-F397-970F6355A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0CEAEED8-BF0B-CDB0-1F3C-D487A11E8A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0A73C81C-6F40-5FE9-2D77-D8C09350AA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D3951FB7-339C-F1FF-FB1B-C0C810CEF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13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578548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E684-463E-FB30-5543-815020AC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394CB1E7-AA36-377B-5417-FB8290EDBD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AFA2BF69-4956-102C-80C9-A0B91FA841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815576C6-ED0F-4159-C29B-33E0C4DB0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14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702028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814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9646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21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87303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22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253000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23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7526703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24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593991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25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687377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26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954548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27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451238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28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267110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29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381844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E892-DF45-0057-5956-5ACD9389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D5EAC526-4D16-D81D-9BD2-1243BC9662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C70BB987-C440-496C-C358-DC7BFBCFCE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F2B2D46E-C5ED-1CEA-2E93-33CD2B67E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30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494764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31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3079236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32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3469901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AF72-CDAF-B41E-818E-7E214F376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ED676B51-0AC4-4BE7-40A6-6C507E418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1D8B6471-B2A0-B280-4EA3-9065AECD66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0FADE55A-D39C-E0CF-59FC-C810BCD37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33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4273861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34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170308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35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068032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36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6200974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37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7801700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38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0305959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39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501954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40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2244997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41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5994386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42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1354206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43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31801107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44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6123539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9500-EF4E-F93B-51DB-F079D1DB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258C6C4A-5288-1A2C-E066-4949BB8660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CA3C17DD-A32D-F489-DEB4-AC1BD9B8BF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A7D1BEB6-6C39-D01A-3E58-2BD69E3F3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45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7724609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99C65E3-A815-4D52-9A9F-0F72516EAEAC}" type="slidenum">
              <a:rPr lang="en-GB" altLang="en-US" sz="1200" smtClean="0"/>
              <a:pPr/>
              <a:t>46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99C65E3-A815-4D52-9A9F-0F72516EAEAC}" type="slidenum">
              <a:rPr lang="en-GB" altLang="en-US" sz="1200" smtClean="0"/>
              <a:pPr/>
              <a:t>47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14447111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 dirty="0">
                <a:solidFill>
                  <a:schemeClr val="hlink"/>
                </a:solidFill>
                <a:hlinkClick r:id="rId3"/>
              </a:rPr>
              <a:t>https://www.youtube.com/watch?v=DkQhK8O9Jik</a:t>
            </a:r>
            <a:endParaRPr dirty="0"/>
          </a:p>
        </p:txBody>
      </p:sp>
      <p:sp>
        <p:nvSpPr>
          <p:cNvPr id="147" name="Google Shape;14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26378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5" name="Google Shape;25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sz="12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83919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7" name="Google Shape;26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 sz="12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BAF03-3E69-4191-9AC9-4D9B6028DB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94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FA239-BD5E-41D6-A4C4-FD901BD03A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8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4DE33-306B-44C8-8BD6-F09763C1AC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03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66DEF-A789-442D-9A97-E12B212D27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78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6EDC2-0A90-4C5A-AA7C-E280AD95D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39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7FBE8-3FCA-42B3-B4D0-1B0D09620A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5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C05EA-A0D2-4CB8-A983-AFBECE3888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825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18170-236E-4A34-AEA5-2186860934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45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860D5-DCB7-43B3-A310-1FA85FAA86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692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879A1-A581-41F9-89C9-0883E57F24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24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5F8A3-A0C5-4A70-A5E8-1DA985003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95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9D413D-A327-4026-BB8B-60C5A98387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MSIPCMContentMarking" descr="{&quot;HashCode&quot;:1068245140,&quot;Placement&quot;:&quot;Header&quot;,&quot;Top&quot;:0.0,&quot;Left&quot;:301.1819,&quot;SlideWidth&quot;:720,&quot;SlideHeight&quot;:540}">
            <a:extLst>
              <a:ext uri="{FF2B5EF4-FFF2-40B4-BE49-F238E27FC236}">
                <a16:creationId xmlns:a16="http://schemas.microsoft.com/office/drawing/2014/main" id="{2DE40173-E662-42A7-CE52-B23B947DF8D0}"/>
              </a:ext>
            </a:extLst>
          </p:cNvPr>
          <p:cNvSpPr txBox="1"/>
          <p:nvPr userDrawn="1"/>
        </p:nvSpPr>
        <p:spPr>
          <a:xfrm>
            <a:off x="3825010" y="0"/>
            <a:ext cx="1493980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SG" sz="800">
                <a:solidFill>
                  <a:srgbClr val="000000"/>
                </a:solidFill>
                <a:latin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onversation.com/no-youre-not-entitled-to-your-opinion-997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fb.com/news/2025/01/meta-more-speech-fewer-mistakes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DkQhK8O9Jik?feature=oembed" TargetMode="External"/><Relationship Id="rId4" Type="http://schemas.openxmlformats.org/officeDocument/2006/relationships/image" Target="../media/image22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685800"/>
            <a:ext cx="6400800" cy="5029200"/>
          </a:xfrm>
        </p:spPr>
        <p:txBody>
          <a:bodyPr/>
          <a:lstStyle/>
          <a:p>
            <a:pPr eaLnBrk="1" hangingPunct="1"/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</a:t>
            </a: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Real World</a:t>
            </a:r>
          </a:p>
          <a:p>
            <a:pPr eaLnBrk="1" hangingPunct="1"/>
            <a:endParaRPr lang="en-US" alt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 1</a:t>
            </a:r>
          </a:p>
          <a:p>
            <a:pPr eaLnBrk="1" hangingPunct="1"/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Sovan Patra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203"/>
    </mc:Choice>
    <mc:Fallback xmlns="">
      <p:transition spd="slow" advTm="362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AF8DB480-D85F-40BB-B776-2FCCAAED574D}" type="slidenum">
              <a:rPr lang="en-GB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</a:t>
            </a:fld>
            <a:endParaRPr lang="en-GB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8B08297F-EEE5-4E57-AEE2-E2C4E7E4C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46430"/>
            <a:ext cx="8229600" cy="4939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8    	Recess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rgbClr val="EB66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9    	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Seminar, </a:t>
            </a:r>
            <a:r>
              <a:rPr lang="en-GB" altLang="en-US" sz="2100" dirty="0">
                <a:solidFill>
                  <a:srgbClr val="EB66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Mid-term Exam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10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2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Consultations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GB" altLang="en-US" sz="21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11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2100" dirty="0">
                <a:solidFill>
                  <a:srgbClr val="EB66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</a:t>
            </a: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12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21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13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Wrap up Seminar</a:t>
            </a:r>
            <a:endParaRPr lang="en-GB" altLang="en-US" sz="21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14   	Study Week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dirty="0">
                <a:solidFill>
                  <a:srgbClr val="EB66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14/15   	Submission of Written Assignment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72402-E0DA-4FE1-9A87-98CBDA2D8367}"/>
              </a:ext>
            </a:extLst>
          </p:cNvPr>
          <p:cNvSpPr txBox="1"/>
          <p:nvPr/>
        </p:nvSpPr>
        <p:spPr>
          <a:xfrm>
            <a:off x="2743200" y="2106882"/>
            <a:ext cx="4814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GB" b="1" dirty="0">
                <a:solidFill>
                  <a:schemeClr val="tx1"/>
                </a:solidFill>
                <a:ea typeface="ＭＳ Ｐゴシック" charset="0"/>
                <a:cs typeface="Times New Roman" panose="02020603050405020304" pitchFamily="18" charset="0"/>
              </a:rPr>
              <a:t>  Main body of seminars</a:t>
            </a:r>
          </a:p>
        </p:txBody>
      </p:sp>
      <p:pic>
        <p:nvPicPr>
          <p:cNvPr id="12" name="Picture 3" descr="C:\Documents and Settings\philo\Desktop\Untitled-2.gif">
            <a:extLst>
              <a:ext uri="{FF2B5EF4-FFF2-40B4-BE49-F238E27FC236}">
                <a16:creationId xmlns:a16="http://schemas.microsoft.com/office/drawing/2014/main" id="{8E922205-D1B2-40DF-B675-2701F034C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720"/>
          <a:stretch>
            <a:fillRect/>
          </a:stretch>
        </p:blipFill>
        <p:spPr bwMode="auto">
          <a:xfrm>
            <a:off x="1980743" y="1246430"/>
            <a:ext cx="591519" cy="2182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nip and Round Single Corner Rectangle 6">
            <a:extLst>
              <a:ext uri="{FF2B5EF4-FFF2-40B4-BE49-F238E27FC236}">
                <a16:creationId xmlns:a16="http://schemas.microsoft.com/office/drawing/2014/main" id="{953D5AB8-B0E9-4A16-9249-7A1189B6E33D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Course Organisation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E915C-3D7C-40C3-9BF9-D37C65F73AFC}"/>
              </a:ext>
            </a:extLst>
          </p:cNvPr>
          <p:cNvSpPr txBox="1"/>
          <p:nvPr/>
        </p:nvSpPr>
        <p:spPr>
          <a:xfrm>
            <a:off x="2276502" y="2827599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dirty="0">
                <a:solidFill>
                  <a:srgbClr val="EB6615"/>
                </a:solidFill>
                <a:cs typeface="Times New Roman" panose="02020603050405020304" pitchFamily="18" charset="0"/>
              </a:rPr>
              <a:t>Online Mid-term Exam</a:t>
            </a:r>
            <a:endParaRPr lang="en-SG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543"/>
    </mc:Choice>
    <mc:Fallback xmlns="">
      <p:transition spd="slow" advTm="785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685800" y="1371600"/>
            <a:ext cx="731520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Mid-Term Exams 30% - Week 6 and 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Presentation 25% - Weeks 11 and 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Assignment 20% - Week 15 (Monday, 5PM)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Participation 15%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SG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Learn Exercises 10% - Weeks 1-5 </a:t>
            </a: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618992EA-6275-45A6-8C8C-D1B13C533A56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Assessment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722"/>
    </mc:Choice>
    <mc:Fallback xmlns="">
      <p:transition spd="slow" advTm="1277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6188869"/>
            <a:ext cx="89916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4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981200" y="2743200"/>
            <a:ext cx="49530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What is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Critical Thinking</a:t>
            </a: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?</a:t>
            </a:r>
            <a:endParaRPr lang="en-US" dirty="0">
              <a:solidFill>
                <a:schemeClr val="tx1"/>
              </a:solidFill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MS PGothic"/>
              <a:ea typeface="MS PGothic"/>
              <a:cs typeface="Times New Roman"/>
              <a:sym typeface="Times New Roman"/>
            </a:endParaRP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88392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Critical Thinking in the Real World? WTF??</a:t>
            </a:r>
            <a:endParaRPr sz="2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86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6188869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5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09600" y="957888"/>
            <a:ext cx="8001000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1800" dirty="0"/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thinking is the intellectually disciplined process of actively and skillfully conceptualizing, applying, analyzing, synthesizing, and/or evaluating information gathered from, or generated by, observation, experience, reflection, reasoning, or communication, as a guide to belief and action. In its exemplary form, it is based on universal intellectual values that transcend subject matter divisions: clarity, accuracy, precision, consistency, relevance, sound evidence, good reasons, depth, breadth, and fairness.” (Scriven and Paul, 2008)</a:t>
            </a:r>
            <a:endParaRPr sz="2000" dirty="0"/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/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Maybe this, then?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97" name="Google Shape;97;p2" descr="Image result for thinking criticall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4344273"/>
            <a:ext cx="5029200" cy="1675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1F19-070B-5D52-2655-7CE47722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6498827B-4A7E-0632-7EC9-417F54FC26E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6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095A7BD0-E3E8-C2A8-CC45-80EE103C28C2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>
                <a:latin typeface="Times New Roman"/>
                <a:cs typeface="Times New Roman"/>
              </a:rPr>
              <a:t>  Or, even more specifically,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53;p6">
            <a:extLst>
              <a:ext uri="{FF2B5EF4-FFF2-40B4-BE49-F238E27FC236}">
                <a16:creationId xmlns:a16="http://schemas.microsoft.com/office/drawing/2014/main" id="{D78FB6C7-EFF2-783E-16CA-3534CDA38A8C}"/>
              </a:ext>
            </a:extLst>
          </p:cNvPr>
          <p:cNvSpPr txBox="1"/>
          <p:nvPr/>
        </p:nvSpPr>
        <p:spPr>
          <a:xfrm>
            <a:off x="202406" y="1123439"/>
            <a:ext cx="8458200" cy="649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are thinking critically (determining what you know and what else you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believe/know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endParaRPr dirty="0">
              <a:solidFill>
                <a:schemeClr val="dk1"/>
              </a:solidFill>
            </a:endParaRP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actively considering if you have reasons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beliefs that you have </a:t>
            </a: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actively asking yourself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your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having a particular belief are ‘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’: so, critical thinking is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neutral</a:t>
            </a: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you are doing the above: so, critical thinking involves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metacognitive awareness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to be a critical thinker, you need to</a:t>
            </a: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Acquire a tool kit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puts you in a position to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distinguish good reasons from bad ones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and,</a:t>
            </a: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attitude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makes you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 the toolkit by instinct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dirty="0">
              <a:solidFill>
                <a:schemeClr val="dk1"/>
              </a:solidFill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851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651"/>
    </mc:Choice>
    <mc:Fallback xmlns="">
      <p:transition spd="slow" advTm="23565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7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/>
                <a:cs typeface="Times New Roman"/>
              </a:rPr>
              <a:t>  What Critical Thinking is not.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C0CE4-B1F8-FDF3-6683-0319F4D76F76}"/>
              </a:ext>
            </a:extLst>
          </p:cNvPr>
          <p:cNvSpPr txBox="1"/>
          <p:nvPr/>
        </p:nvSpPr>
        <p:spPr>
          <a:xfrm>
            <a:off x="381000" y="1305341"/>
            <a:ext cx="7620000" cy="487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Gill Sans"/>
              </a:rPr>
              <a:t>Don’t confuse critical thinking with:</a:t>
            </a:r>
            <a:endParaRPr lang="en-US" b="0" dirty="0">
              <a:effectLst/>
            </a:endParaRPr>
          </a:p>
          <a:p>
            <a:pPr rtl="0" fontAlgn="base">
              <a:spcBef>
                <a:spcPts val="1600"/>
              </a:spcBef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99CC"/>
                </a:solidFill>
                <a:effectLst/>
                <a:latin typeface="Gill Sans"/>
              </a:rPr>
              <a:t>The mere accumulation of information: </a:t>
            </a:r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Gill Sans"/>
              </a:rPr>
              <a:t>Someone who is good at memorizing things may not be any good at critical thinking!</a:t>
            </a:r>
            <a:endParaRPr lang="en-US" sz="2400" b="1" i="0" u="none" strike="noStrike" dirty="0">
              <a:solidFill>
                <a:srgbClr val="0099CC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2000"/>
              </a:spcBef>
              <a:buFont typeface="+mj-lt"/>
              <a:buAutoNum type="arabicPeriod"/>
            </a:pPr>
            <a:r>
              <a:rPr lang="en-US" sz="2400" b="1" i="0" u="none" strike="noStrike" dirty="0">
                <a:solidFill>
                  <a:srgbClr val="0099CC"/>
                </a:solidFill>
                <a:effectLst/>
                <a:latin typeface="Gill Sans"/>
              </a:rPr>
              <a:t>Being argumentative for the sake of being argumentative: </a:t>
            </a:r>
            <a:r>
              <a:rPr lang="en-US" sz="2400" i="0" u="none" strike="noStrike" dirty="0">
                <a:solidFill>
                  <a:srgbClr val="0099CC"/>
                </a:solidFill>
                <a:effectLst/>
                <a:latin typeface="Gill Sans"/>
              </a:rPr>
              <a:t>Wanting to win an argument at any cost is not critical thinking.</a:t>
            </a:r>
            <a:endParaRPr lang="en-US" sz="2400" b="1" i="0" u="none" strike="noStrike" dirty="0">
              <a:solidFill>
                <a:srgbClr val="0099CC"/>
              </a:solidFill>
              <a:effectLst/>
              <a:latin typeface="Gill Sans"/>
            </a:endParaRPr>
          </a:p>
          <a:p>
            <a:pPr rtl="0" fontAlgn="base">
              <a:spcBef>
                <a:spcPts val="2000"/>
              </a:spcBef>
              <a:buFont typeface="+mj-lt"/>
              <a:buAutoNum type="arabicPeriod"/>
            </a:pPr>
            <a:r>
              <a:rPr lang="en-US" b="1" dirty="0">
                <a:solidFill>
                  <a:srgbClr val="0099CC"/>
                </a:solidFill>
                <a:latin typeface="Gill Sans"/>
              </a:rPr>
              <a:t> Being </a:t>
            </a:r>
            <a:r>
              <a:rPr lang="en-US" sz="2400" b="1" i="0" u="none" strike="noStrike" dirty="0">
                <a:solidFill>
                  <a:srgbClr val="0099CC"/>
                </a:solidFill>
                <a:effectLst/>
                <a:latin typeface="Gill Sans"/>
              </a:rPr>
              <a:t>overly critical of others: </a:t>
            </a:r>
            <a:r>
              <a:rPr lang="en-US" sz="2400" i="0" u="none" strike="noStrike" dirty="0">
                <a:solidFill>
                  <a:srgbClr val="0099CC"/>
                </a:solidFill>
                <a:effectLst/>
                <a:latin typeface="Gill Sans"/>
              </a:rPr>
              <a:t>C</a:t>
            </a:r>
            <a:r>
              <a:rPr lang="en-US" dirty="0">
                <a:solidFill>
                  <a:srgbClr val="0099CC"/>
                </a:solidFill>
                <a:latin typeface="Gill Sans"/>
              </a:rPr>
              <a:t>ritical thinking can </a:t>
            </a:r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Gill Sans"/>
              </a:rPr>
              <a:t>involve strengthening arguments, finding the best solution to a problem, and cooperating with others to effectively pursue a mutual goal. </a:t>
            </a:r>
            <a:endParaRPr lang="en-US" sz="2400" b="1" i="0" u="none" strike="noStrike" dirty="0">
              <a:solidFill>
                <a:srgbClr val="0099CC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7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651"/>
    </mc:Choice>
    <mc:Fallback xmlns="">
      <p:transition spd="slow" advTm="23565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B70BDB8-C6F5-8620-2912-5F677076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A496AE23-3657-6EDB-3732-B481DA6579A3}"/>
              </a:ext>
            </a:extLst>
          </p:cNvPr>
          <p:cNvSpPr/>
          <p:nvPr/>
        </p:nvSpPr>
        <p:spPr>
          <a:xfrm>
            <a:off x="0" y="6188869"/>
            <a:ext cx="89916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8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>
            <a:extLst>
              <a:ext uri="{FF2B5EF4-FFF2-40B4-BE49-F238E27FC236}">
                <a16:creationId xmlns:a16="http://schemas.microsoft.com/office/drawing/2014/main" id="{ABB04BE1-AAB1-46F9-1474-9A1B30EB41EC}"/>
              </a:ext>
            </a:extLst>
          </p:cNvPr>
          <p:cNvSpPr txBox="1"/>
          <p:nvPr/>
        </p:nvSpPr>
        <p:spPr>
          <a:xfrm>
            <a:off x="914400" y="1447800"/>
            <a:ext cx="6858000" cy="624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What is Critical Thinking in the 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Real World?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We will focus on beliefs about the world we live in;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We will focus on using critical thinking to navigate everyday life;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We will be mindful of the fact that the real world is ‘messy’: partly because ordinary language – the language of the real world is messy;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/>
                <a:ea typeface="MS PGothic"/>
                <a:cs typeface="Times New Roman"/>
              </a:rPr>
              <a:t>So, we will not just focus on logic, but focus on learning judgement, as well.</a:t>
            </a:r>
            <a:endParaRPr lang="en-US" dirty="0">
              <a:solidFill>
                <a:schemeClr val="tx1"/>
              </a:solidFill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ea typeface="MS PGothic"/>
              <a:cs typeface="Times New Roman"/>
              <a:sym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MS PGothic"/>
              <a:ea typeface="MS PGothic"/>
              <a:cs typeface="Times New Roman"/>
              <a:sym typeface="Times New Roman"/>
            </a:endParaRPr>
          </a:p>
          <a:p>
            <a:pPr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C1DCD9FB-D293-6892-93B2-B0D6BDA5AAA9}"/>
              </a:ext>
            </a:extLst>
          </p:cNvPr>
          <p:cNvSpPr/>
          <p:nvPr/>
        </p:nvSpPr>
        <p:spPr>
          <a:xfrm>
            <a:off x="0" y="0"/>
            <a:ext cx="88392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Critical Thinking in the Real World? WTF??</a:t>
            </a:r>
            <a:endParaRPr sz="2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21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9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>
                <a:latin typeface="Times New Roman"/>
                <a:cs typeface="Times New Roman"/>
              </a:rPr>
              <a:t>  Critical thinking has real world benefits, too!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2;p7">
            <a:extLst>
              <a:ext uri="{FF2B5EF4-FFF2-40B4-BE49-F238E27FC236}">
                <a16:creationId xmlns:a16="http://schemas.microsoft.com/office/drawing/2014/main" id="{9FB5363D-0056-0100-C54E-E05DE8C2691C}"/>
              </a:ext>
            </a:extLst>
          </p:cNvPr>
          <p:cNvSpPr txBox="1"/>
          <p:nvPr/>
        </p:nvSpPr>
        <p:spPr>
          <a:xfrm>
            <a:off x="228600" y="1143000"/>
            <a:ext cx="8305800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CTRW has substantive benefits!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Private benefits!</a:t>
            </a:r>
            <a:endParaRPr lang="en-US" dirty="0">
              <a:solidFill>
                <a:schemeClr val="dk1"/>
              </a:solidFill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Extrinsic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 advantages, such as?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  <a:p>
            <a:pPr marL="1714500" lvl="2" indent="-5143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Wingdings"/>
              <a:buChar char="§"/>
            </a:pPr>
            <a:endParaRPr lang="en-US" sz="2800" b="1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495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654"/>
    </mc:Choice>
    <mc:Fallback xmlns="">
      <p:transition spd="slow" advTm="56165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4" y="1066447"/>
            <a:ext cx="8010525" cy="1981554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300" dirty="0">
                <a:solidFill>
                  <a:srgbClr val="5F5F5F"/>
                </a:solidFill>
                <a:latin typeface="Gill Sans"/>
              </a:rPr>
              <a:t>“Year after year, the skills employers value most in the new graduates they hire are not technical, job specific skills, but written and oral communication, problem-solving, and critical thinking.”</a:t>
            </a:r>
          </a:p>
          <a:p>
            <a:pPr marL="0" indent="0"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>
                <a:solidFill>
                  <a:srgbClr val="5F5F5F"/>
                </a:solidFill>
                <a:latin typeface="Gill Sans"/>
              </a:rPr>
              <a:t>- Wilson </a:t>
            </a:r>
            <a:r>
              <a:rPr lang="en-US" sz="2200" dirty="0" err="1">
                <a:solidFill>
                  <a:srgbClr val="5F5F5F"/>
                </a:solidFill>
                <a:latin typeface="Gill Sans"/>
              </a:rPr>
              <a:t>Peden</a:t>
            </a:r>
            <a:r>
              <a:rPr lang="en-US" sz="2200" dirty="0">
                <a:solidFill>
                  <a:srgbClr val="5F5F5F"/>
                </a:solidFill>
                <a:latin typeface="Gill Sans"/>
              </a:rPr>
              <a:t>, </a:t>
            </a:r>
            <a:r>
              <a:rPr lang="en-US" sz="2200" i="1" dirty="0">
                <a:solidFill>
                  <a:srgbClr val="5F5F5F"/>
                </a:solidFill>
                <a:latin typeface="Gill Sans"/>
              </a:rPr>
              <a:t>Fortune Magazine</a:t>
            </a:r>
            <a:r>
              <a:rPr lang="en-US" sz="2200" dirty="0">
                <a:solidFill>
                  <a:srgbClr val="5F5F5F"/>
                </a:solidFill>
                <a:latin typeface="Gill Sans"/>
              </a:rPr>
              <a:t>, 2015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501" y="3275263"/>
            <a:ext cx="7543798" cy="44005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100" b="1" dirty="0">
                <a:solidFill>
                  <a:srgbClr val="5F5F5F"/>
                </a:solidFill>
                <a:latin typeface="Gill Sans"/>
              </a:rPr>
              <a:t>World Economic Forum Top 10 Skills for Future Jobs (2025 Report) </a:t>
            </a:r>
          </a:p>
        </p:txBody>
      </p:sp>
      <p:sp>
        <p:nvSpPr>
          <p:cNvPr id="8" name="Snip and Round Single Corner Rectangle 7"/>
          <p:cNvSpPr/>
          <p:nvPr/>
        </p:nvSpPr>
        <p:spPr>
          <a:xfrm>
            <a:off x="0" y="36056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Gill Sans MT"/>
                <a:cs typeface="Gill Sans MT"/>
              </a:rPr>
              <a:t>  Extrinsic Advantages: </a:t>
            </a:r>
            <a:r>
              <a:rPr lang="en-US" sz="3200" b="1" spc="-150" dirty="0">
                <a:latin typeface="Gill Sans MT"/>
                <a:cs typeface="Gill Sans MT"/>
              </a:rPr>
              <a:t>Skills for Future Jobs</a:t>
            </a:r>
            <a:endParaRPr lang="en-US" b="1" spc="-150" dirty="0">
              <a:latin typeface="Gill Sans MT"/>
              <a:cs typeface="Gill Sans MT"/>
            </a:endParaRPr>
          </a:p>
        </p:txBody>
      </p:sp>
      <p:sp>
        <p:nvSpPr>
          <p:cNvPr id="7" name="Snip and Round Single Corner Rectangle 6"/>
          <p:cNvSpPr/>
          <p:nvPr/>
        </p:nvSpPr>
        <p:spPr>
          <a:xfrm>
            <a:off x="0" y="653415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89438" algn="l"/>
              </a:tabLst>
              <a:defRPr/>
            </a:pPr>
            <a:fld id="{BEC5F600-3274-41AF-A800-D88D59D5F7D4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389438" algn="l"/>
                </a:tabLst>
                <a:defRPr/>
              </a:pPr>
              <a:t>10</a:t>
            </a:fld>
            <a:endParaRPr kumimoji="0" lang="en-US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 pitchFamily="34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47674" y="3064728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2643EB0-A00C-FBD8-1067-5FCA7F56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5" t="13072" r="23839" b="63205"/>
          <a:stretch/>
        </p:blipFill>
        <p:spPr>
          <a:xfrm>
            <a:off x="130967" y="3838302"/>
            <a:ext cx="8863013" cy="25624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1" y="3821465"/>
            <a:ext cx="1828799" cy="29332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200A29-126A-502D-4448-AAD02377E19D}"/>
              </a:ext>
            </a:extLst>
          </p:cNvPr>
          <p:cNvSpPr txBox="1">
            <a:spLocks/>
          </p:cNvSpPr>
          <p:nvPr/>
        </p:nvSpPr>
        <p:spPr bwMode="auto">
          <a:xfrm>
            <a:off x="2081561" y="3821465"/>
            <a:ext cx="1542585" cy="29332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= critical thinking</a:t>
            </a:r>
          </a:p>
        </p:txBody>
      </p:sp>
    </p:spTree>
    <p:extLst>
      <p:ext uri="{BB962C8B-B14F-4D97-AF65-F5344CB8AC3E}">
        <p14:creationId xmlns:p14="http://schemas.microsoft.com/office/powerpoint/2010/main" val="330241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" dur="indefinite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1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2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animBg="1"/>
      <p:bldP spid="6" grpId="0" animBg="1"/>
      <p:bldP spid="9" grpId="0" build="p" animBg="1"/>
      <p:bldP spid="9" grpI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C16E-AE61-7360-F184-E2B823EA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3E8C37A7-EA64-8573-18F0-7B1717482030}"/>
              </a:ext>
            </a:extLst>
          </p:cNvPr>
          <p:cNvSpPr/>
          <p:nvPr/>
        </p:nvSpPr>
        <p:spPr>
          <a:xfrm>
            <a:off x="0" y="36056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  </a:t>
            </a:r>
            <a:r>
              <a:rPr lang="en-US" sz="3200" b="1" spc="-150" dirty="0">
                <a:solidFill>
                  <a:prstClr val="white"/>
                </a:solidFill>
                <a:latin typeface="Gill Sans MT"/>
                <a:cs typeface="Gill Sans MT"/>
              </a:rPr>
              <a:t>Extrinsic Advantages:  </a:t>
            </a: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AI proofing your job?</a:t>
            </a:r>
          </a:p>
        </p:txBody>
      </p:sp>
      <p:sp>
        <p:nvSpPr>
          <p:cNvPr id="9" name="Snip and Round Single Corner Rectangle 8">
            <a:extLst>
              <a:ext uri="{FF2B5EF4-FFF2-40B4-BE49-F238E27FC236}">
                <a16:creationId xmlns:a16="http://schemas.microsoft.com/office/drawing/2014/main" id="{14C31524-CCDC-7BC1-9A12-64A856137F92}"/>
              </a:ext>
            </a:extLst>
          </p:cNvPr>
          <p:cNvSpPr/>
          <p:nvPr/>
        </p:nvSpPr>
        <p:spPr>
          <a:xfrm>
            <a:off x="0" y="6520528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389438" algn="l"/>
              </a:tabLst>
              <a:defRPr/>
            </a:pPr>
            <a:fld id="{BEC5F600-3274-41AF-A800-D88D59D5F7D4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389438" algn="l"/>
                </a:tabLst>
                <a:defRPr/>
              </a:pPr>
              <a:t>11</a:t>
            </a:fld>
            <a:endParaRPr kumimoji="0" lang="en-US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51A75A-6C2D-2AC5-8778-4AC24BF6EB2D}"/>
              </a:ext>
            </a:extLst>
          </p:cNvPr>
          <p:cNvSpPr txBox="1">
            <a:spLocks/>
          </p:cNvSpPr>
          <p:nvPr/>
        </p:nvSpPr>
        <p:spPr bwMode="auto">
          <a:xfrm>
            <a:off x="335756" y="1117704"/>
            <a:ext cx="8191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The </a:t>
            </a:r>
            <a:r>
              <a:rPr kumimoji="0" lang="en-US" sz="2600" b="1" u="none" strike="noStrike" kern="1200" cap="none" spc="0" normalizeH="0" baseline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2025 World Economic Forum Report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considers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 how AI is reshaping the job market. </a:t>
            </a:r>
            <a:r>
              <a:rPr lang="en-US" sz="2600" noProof="0" dirty="0">
                <a:solidFill>
                  <a:srgbClr val="0099CC"/>
                </a:solidFill>
                <a:latin typeface="Gill Sans"/>
              </a:rPr>
              <a:t>M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any </a:t>
            </a:r>
            <a:r>
              <a:rPr kumimoji="0" lang="en-US" sz="2600" b="0" i="1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domain-specific skills 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are expected to become obsolete, while </a:t>
            </a:r>
            <a:r>
              <a:rPr kumimoji="0" lang="en-US" sz="2600" b="0" i="1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higher-order thinking skills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Gill Sans"/>
              </a:rPr>
              <a:t> will be crucial to adapting to new technologies and using them effectively. That’s why “analytic thinking” tops the list of skills for future jobs.   </a:t>
            </a:r>
          </a:p>
        </p:txBody>
      </p:sp>
    </p:spTree>
    <p:extLst>
      <p:ext uri="{BB962C8B-B14F-4D97-AF65-F5344CB8AC3E}">
        <p14:creationId xmlns:p14="http://schemas.microsoft.com/office/powerpoint/2010/main" val="376310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AB192-F9EC-0566-D988-D8B60FFE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04C8505B-C981-A94D-1B38-54A8E3E3744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12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42DC76E9-F2B8-E9CD-6A44-0B3FD43140A8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>
                <a:latin typeface="Times New Roman"/>
                <a:cs typeface="Times New Roman"/>
              </a:rPr>
              <a:t>  Critical thinking has real world benefits, too!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2;p7">
            <a:extLst>
              <a:ext uri="{FF2B5EF4-FFF2-40B4-BE49-F238E27FC236}">
                <a16:creationId xmlns:a16="http://schemas.microsoft.com/office/drawing/2014/main" id="{1D537648-2FDD-9583-8C5F-F9953D3754CB}"/>
              </a:ext>
            </a:extLst>
          </p:cNvPr>
          <p:cNvSpPr txBox="1"/>
          <p:nvPr/>
        </p:nvSpPr>
        <p:spPr>
          <a:xfrm>
            <a:off x="228600" y="1143000"/>
            <a:ext cx="8458200" cy="306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CTRW has substantive benefits!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Private benefits!</a:t>
            </a:r>
            <a:endParaRPr lang="en-US" dirty="0">
              <a:solidFill>
                <a:schemeClr val="dk1"/>
              </a:solidFill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Extrinsic advantages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Intrinsic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 advantages, such as?</a:t>
            </a:r>
          </a:p>
          <a:p>
            <a:pPr lvl="2">
              <a:spcBef>
                <a:spcPts val="0"/>
              </a:spcBef>
              <a:spcAft>
                <a:spcPts val="0"/>
              </a:spcAft>
              <a:buSzPts val="2100"/>
            </a:pPr>
            <a:endParaRPr lang="en-US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MS PGothic"/>
              <a:cs typeface="Times New Roman"/>
            </a:endParaRPr>
          </a:p>
          <a:p>
            <a:pPr lvl="2">
              <a:spcBef>
                <a:spcPts val="0"/>
              </a:spcBef>
              <a:spcAft>
                <a:spcPts val="0"/>
              </a:spcAft>
              <a:buSzPts val="2100"/>
            </a:pPr>
            <a:endParaRPr lang="en-US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MS PGothic"/>
              <a:cs typeface="Times New Roman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SzPts val="2100"/>
            </a:pPr>
            <a:endParaRPr lang="en-US" sz="2100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  <a:p>
            <a:pPr marL="1714500" lvl="2" indent="-5143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Wingdings"/>
              <a:buChar char="§"/>
            </a:pPr>
            <a:endParaRPr lang="en-US" sz="2800" b="1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295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654"/>
    </mc:Choice>
    <mc:Fallback xmlns="">
      <p:transition spd="slow" advTm="56165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461CB-2FA3-76FB-896B-6E5E6CE0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A3948316-AA24-3283-2A82-E616785093CE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13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A0628279-E0DC-E27E-2A92-AD76A2EF7283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/>
                <a:cs typeface="Times New Roman"/>
              </a:rPr>
              <a:t>  However…..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A4CFF-0CA9-F824-3493-D712BF5F7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76400"/>
            <a:ext cx="2667000" cy="426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EDC31-A13E-432B-A2C8-E1CB8B0DD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43000"/>
            <a:ext cx="5257800" cy="495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2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654"/>
    </mc:Choice>
    <mc:Fallback xmlns="">
      <p:transition spd="slow" advTm="56165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F47E-1213-1877-C550-C3C4D598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447D29E-7634-A10F-5334-348927F8DDF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14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B65CDE7D-3047-6A03-90A9-61ACCDF2F55F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>
                <a:latin typeface="Times New Roman"/>
                <a:cs typeface="Times New Roman"/>
              </a:rPr>
              <a:t>  Critical thinking has real world benefits, too!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2;p7">
            <a:extLst>
              <a:ext uri="{FF2B5EF4-FFF2-40B4-BE49-F238E27FC236}">
                <a16:creationId xmlns:a16="http://schemas.microsoft.com/office/drawing/2014/main" id="{BB29F519-BDB1-EDD9-2F81-05E9223A91ED}"/>
              </a:ext>
            </a:extLst>
          </p:cNvPr>
          <p:cNvSpPr txBox="1"/>
          <p:nvPr/>
        </p:nvSpPr>
        <p:spPr>
          <a:xfrm>
            <a:off x="228600" y="1143000"/>
            <a:ext cx="8458200" cy="3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CTRW has substantive benefits!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  <a:sym typeface="Times New Roman"/>
              </a:rPr>
              <a:t>Private benefits!</a:t>
            </a:r>
            <a:endParaRPr lang="en-US" dirty="0">
              <a:solidFill>
                <a:schemeClr val="dk1"/>
              </a:solidFill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Extrinsic advantages.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Intrinsic advantages.</a:t>
            </a:r>
            <a:endParaRPr lang="en-US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MS PGothic"/>
              <a:cs typeface="Times New Roman"/>
            </a:endParaRPr>
          </a:p>
          <a:p>
            <a:pPr lvl="2">
              <a:spcBef>
                <a:spcPts val="0"/>
              </a:spcBef>
              <a:spcAft>
                <a:spcPts val="0"/>
              </a:spcAft>
              <a:buSzPts val="2100"/>
            </a:pPr>
            <a:endParaRPr lang="en-US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MS PGothic"/>
              <a:cs typeface="Times New Roman"/>
            </a:endParaRPr>
          </a:p>
          <a:p>
            <a:pPr indent="-45720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Social (external)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benefits!</a:t>
            </a:r>
          </a:p>
          <a:p>
            <a:pPr lvl="2" indent="-457200">
              <a:spcBef>
                <a:spcPts val="0"/>
              </a:spcBef>
              <a:spcAft>
                <a:spcPts val="0"/>
              </a:spcAft>
              <a:buSzPts val="2100"/>
              <a:buFont typeface="Wingdings"/>
              <a:buChar char="§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You won’t vote for Trump!</a:t>
            </a:r>
          </a:p>
          <a:p>
            <a:pPr lvl="2" indent="-457200">
              <a:spcBef>
                <a:spcPts val="0"/>
              </a:spcBef>
              <a:spcAft>
                <a:spcPts val="0"/>
              </a:spcAft>
              <a:buSzPts val="2100"/>
              <a:buFont typeface="Wingdings"/>
              <a:buChar char="§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You will be reasonable!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endParaRPr lang="en-US" sz="2100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  <a:p>
            <a:pPr marL="1714500" lvl="2" indent="-5143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Wingdings"/>
              <a:buChar char="§"/>
            </a:pPr>
            <a:endParaRPr lang="en-US" sz="2800" b="1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265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654"/>
    </mc:Choice>
    <mc:Fallback xmlns="">
      <p:transition spd="slow" advTm="56165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6248400"/>
            <a:ext cx="9144000" cy="6096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15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9144000" cy="900112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Illustrating the importance of reasonableness!</a:t>
            </a:r>
            <a:endParaRPr lang="en-US" sz="2600" b="1">
              <a:solidFill>
                <a:schemeClr val="lt1"/>
              </a:solidFill>
              <a:cs typeface="Times New Roman"/>
            </a:endParaRPr>
          </a:p>
        </p:txBody>
      </p:sp>
      <p:pic>
        <p:nvPicPr>
          <p:cNvPr id="4" name="Picture 3" descr="A screenshot of a chat&#10;&#10;Description automatically generated">
            <a:extLst>
              <a:ext uri="{FF2B5EF4-FFF2-40B4-BE49-F238E27FC236}">
                <a16:creationId xmlns:a16="http://schemas.microsoft.com/office/drawing/2014/main" id="{D393D702-59E5-4D1C-5545-28E728815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4" y="902106"/>
            <a:ext cx="8578559" cy="511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3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6248400"/>
            <a:ext cx="9144000" cy="6096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16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9144000" cy="900112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Illustrating the importance of reasonableness!</a:t>
            </a:r>
            <a:endParaRPr lang="en-US" sz="2600" b="1">
              <a:solidFill>
                <a:schemeClr val="lt1"/>
              </a:solidFill>
              <a:cs typeface="Times New Roman"/>
            </a:endParaRPr>
          </a:p>
        </p:txBody>
      </p:sp>
      <p:pic>
        <p:nvPicPr>
          <p:cNvPr id="2" name="Picture 1" descr="A screenshot of a chat&#10;&#10;Description automatically generated">
            <a:extLst>
              <a:ext uri="{FF2B5EF4-FFF2-40B4-BE49-F238E27FC236}">
                <a16:creationId xmlns:a16="http://schemas.microsoft.com/office/drawing/2014/main" id="{5245F37C-2A71-16C3-C27A-4146324AF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53712"/>
            <a:ext cx="8915400" cy="544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93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6248400"/>
            <a:ext cx="9144000" cy="6096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17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9144000" cy="900112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Ok, but must </a:t>
            </a:r>
            <a:r>
              <a:rPr lang="en-US" sz="26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</a:t>
            </a:r>
            <a:r>
              <a:rPr lang="en-US" sz="2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CTRW, meh</a:t>
            </a:r>
            <a:r>
              <a:rPr lang="en-US" sz="2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600" dirty="0">
              <a:solidFill>
                <a:schemeClr val="lt1"/>
              </a:solidFill>
            </a:endParaRPr>
          </a:p>
        </p:txBody>
      </p:sp>
      <p:sp>
        <p:nvSpPr>
          <p:cNvPr id="2" name="Google Shape;171;p8">
            <a:extLst>
              <a:ext uri="{FF2B5EF4-FFF2-40B4-BE49-F238E27FC236}">
                <a16:creationId xmlns:a16="http://schemas.microsoft.com/office/drawing/2014/main" id="{8649A4C3-5607-DB7E-973C-FDA9B977E235}"/>
              </a:ext>
            </a:extLst>
          </p:cNvPr>
          <p:cNvSpPr txBox="1"/>
          <p:nvPr/>
        </p:nvSpPr>
        <p:spPr>
          <a:xfrm>
            <a:off x="649778" y="1368829"/>
            <a:ext cx="7848600" cy="168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you already have the tool kit and the attitude? </a:t>
            </a:r>
            <a:endParaRPr dirty="0"/>
          </a:p>
          <a:p>
            <a:pPr marL="385445" marR="0" lvl="0" indent="-22034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Isn’t critical thinking simply using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sense/cognitive intuition?</a:t>
            </a:r>
            <a:endParaRPr sz="2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test!</a:t>
            </a:r>
            <a:endParaRPr sz="2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Google Shape;173;p8" descr="Use Your Common Sense GIFs - Find &amp; Share on GIPHY">
            <a:extLst>
              <a:ext uri="{FF2B5EF4-FFF2-40B4-BE49-F238E27FC236}">
                <a16:creationId xmlns:a16="http://schemas.microsoft.com/office/drawing/2014/main" id="{9AEC6553-BA20-B451-3132-101E51104F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0" y="4191000"/>
            <a:ext cx="3429000" cy="192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14289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1</a:t>
            </a:r>
            <a:endParaRPr sz="2625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6200" y="6291360"/>
            <a:ext cx="9067800" cy="52615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18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81;p9">
            <a:extLst>
              <a:ext uri="{FF2B5EF4-FFF2-40B4-BE49-F238E27FC236}">
                <a16:creationId xmlns:a16="http://schemas.microsoft.com/office/drawing/2014/main" id="{7D957526-C0BF-ADBA-D54D-6DB5537EF689}"/>
              </a:ext>
            </a:extLst>
          </p:cNvPr>
          <p:cNvSpPr txBox="1"/>
          <p:nvPr/>
        </p:nvSpPr>
        <p:spPr>
          <a:xfrm>
            <a:off x="304800" y="838200"/>
            <a:ext cx="8534400" cy="50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 give you the following information about Emma: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is a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single, 30 years old woman, who is very bright and outspoken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Emma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philosophy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university and wrote her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dissertation on why a fair </a:t>
            </a:r>
            <a:r>
              <a:rPr lang="en-US" sz="21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organisation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society is morally desirable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addition, she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wrote for the university newspaper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issues such as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discrimination, social justice, global warming and nuclear disarmament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this information, which of the following statements has a higher probability of being true?</a:t>
            </a:r>
            <a:endParaRPr sz="21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Emma works at a bank.</a:t>
            </a:r>
            <a:endParaRPr sz="21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B: Emma works at a bank and is active in the feminist movement.</a:t>
            </a:r>
            <a:endParaRPr sz="21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88278"/>
            <a:ext cx="90678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2</a:t>
            </a:r>
            <a:endParaRPr sz="2625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52400" y="6086303"/>
            <a:ext cx="89154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19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131" y="4345143"/>
            <a:ext cx="4657725" cy="15073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8;p11">
            <a:extLst>
              <a:ext uri="{FF2B5EF4-FFF2-40B4-BE49-F238E27FC236}">
                <a16:creationId xmlns:a16="http://schemas.microsoft.com/office/drawing/2014/main" id="{340A6CE6-2529-13B0-95F6-9120119A92EE}"/>
              </a:ext>
            </a:extLst>
          </p:cNvPr>
          <p:cNvSpPr txBox="1"/>
          <p:nvPr/>
        </p:nvSpPr>
        <p:spPr>
          <a:xfrm>
            <a:off x="1400175" y="718108"/>
            <a:ext cx="6343650" cy="339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Cards have numbers on one side and letters on the other.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conditional claim “If a card has an A on one side, it has a 2 on the other”.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card/s would you have to turn over to test whether this claim is false? (Only turn over the cards that could show that the claim is false.)</a:t>
            </a:r>
            <a:endParaRPr sz="24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3</a:t>
            </a:r>
            <a:endParaRPr sz="2625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0" y="6222687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20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220;p13">
            <a:extLst>
              <a:ext uri="{FF2B5EF4-FFF2-40B4-BE49-F238E27FC236}">
                <a16:creationId xmlns:a16="http://schemas.microsoft.com/office/drawing/2014/main" id="{8AEF6BEF-54B2-6A44-B73E-4D40BC081749}"/>
              </a:ext>
            </a:extLst>
          </p:cNvPr>
          <p:cNvSpPr txBox="1"/>
          <p:nvPr/>
        </p:nvSpPr>
        <p:spPr>
          <a:xfrm>
            <a:off x="0" y="1291124"/>
            <a:ext cx="8763000" cy="428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there is a disease whose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prevalence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Singapore is known to be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0.1%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Suppose there is a test for that disease that has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false negatives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every person who has the disease and undergoes the test is correctly detected as having the disease) and has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 rate of 5%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5% of the people who in fact don’t have the disease are mistakenly diagnosed by the test as having it). </a:t>
            </a:r>
            <a:endParaRPr sz="24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9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9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chance that a Singapore resident found to have a positive test result actually has the disease, assuming you know nothing about the person’s symptoms?</a:t>
            </a:r>
            <a:endParaRPr sz="2400" dirty="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21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>
                <a:latin typeface="Times New Roman"/>
                <a:cs typeface="Times New Roman"/>
              </a:rPr>
              <a:t>Moral of the tests?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27;p14">
            <a:extLst>
              <a:ext uri="{FF2B5EF4-FFF2-40B4-BE49-F238E27FC236}">
                <a16:creationId xmlns:a16="http://schemas.microsoft.com/office/drawing/2014/main" id="{94131E36-F009-0A33-72F9-D993057FE501}"/>
              </a:ext>
            </a:extLst>
          </p:cNvPr>
          <p:cNvSpPr txBox="1"/>
          <p:nvPr/>
        </p:nvSpPr>
        <p:spPr>
          <a:xfrm>
            <a:off x="123172" y="1531088"/>
            <a:ext cx="8610601" cy="455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Critical thinking is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not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using 'common sense' although, 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in some cases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, both roads lead to Rome.</a:t>
            </a:r>
            <a:endParaRPr lang="en-US" dirty="0">
              <a:solidFill>
                <a:schemeClr val="dk1"/>
              </a:solidFill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Using common sense is rule of thumb/heuristic thinking, which </a:t>
            </a:r>
            <a:r>
              <a:rPr lang="en-US" i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was </a:t>
            </a: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an efficient use of cognitive capacity in the environmental niche of our hunter-gatherer ancestors.</a:t>
            </a:r>
            <a:endParaRPr lang="en-US" dirty="0">
              <a:solidFill>
                <a:schemeClr val="dk1"/>
              </a:solidFill>
              <a:latin typeface="MS PGothic"/>
              <a:ea typeface="MS PGothic"/>
              <a:cs typeface="Times New Roman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Our common sense is biased – by natural selection – towards:</a:t>
            </a:r>
            <a:endParaRPr lang="en-US" dirty="0">
              <a:solidFill>
                <a:schemeClr val="dk1"/>
              </a:solidFill>
              <a:latin typeface="MS PGothic"/>
              <a:ea typeface="MS PGothic"/>
              <a:cs typeface="Times New Roman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Imitation </a:t>
            </a:r>
            <a:endParaRPr lang="en-US" dirty="0">
              <a:solidFill>
                <a:schemeClr val="dk1"/>
              </a:solidFill>
              <a:latin typeface="MS PGothic"/>
              <a:ea typeface="MS PGothic"/>
              <a:cs typeface="Times New Roman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Avoiding cognitive dissonance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Deferring to successful others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Neglecting baselines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Non-abstract situations</a:t>
            </a:r>
          </a:p>
          <a:p>
            <a:pPr marL="514350" indent="-349250"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600"/>
            </a:pPr>
            <a:endParaRPr lang="en-US" sz="2600" b="1" dirty="0">
              <a:solidFill>
                <a:schemeClr val="dk1"/>
              </a:solidFill>
              <a:latin typeface="Times New Roman"/>
              <a:ea typeface="MS P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346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22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Statements and Sentences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27;p14">
            <a:extLst>
              <a:ext uri="{FF2B5EF4-FFF2-40B4-BE49-F238E27FC236}">
                <a16:creationId xmlns:a16="http://schemas.microsoft.com/office/drawing/2014/main" id="{94131E36-F009-0A33-72F9-D993057FE501}"/>
              </a:ext>
            </a:extLst>
          </p:cNvPr>
          <p:cNvSpPr txBox="1"/>
          <p:nvPr/>
        </p:nvSpPr>
        <p:spPr>
          <a:xfrm>
            <a:off x="76199" y="1084848"/>
            <a:ext cx="8863013" cy="473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sentence is an unit of any passage such that: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lphaLcParenR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ends with a full stop, or a question or an exclamation mark; and,</a:t>
            </a:r>
            <a:endParaRPr dirty="0"/>
          </a:p>
          <a:p>
            <a:pPr marL="1257300" marR="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lphaLcParenR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meaningful/</a:t>
            </a:r>
            <a:r>
              <a:rPr lang="en-US" sz="21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grammatically correct</a:t>
            </a: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51435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statement (</a:t>
            </a:r>
            <a:r>
              <a:rPr lang="en-US" sz="21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or, claim, or, proposition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 special type of sentence; it is a sentence that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the capacity to be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</a:t>
            </a:r>
            <a:r>
              <a:rPr lang="en-US" sz="21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</a:t>
            </a:r>
            <a:r>
              <a:rPr lang="en-US" sz="21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1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both.</a:t>
            </a:r>
            <a:endParaRPr dirty="0">
              <a:solidFill>
                <a:schemeClr val="dk1"/>
              </a:solidFill>
            </a:endParaRPr>
          </a:p>
          <a:p>
            <a:pPr marL="51435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decide whether a sentence, X, is a statement, we can ask whether “</a:t>
            </a:r>
            <a:r>
              <a:rPr lang="en-US" sz="2100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it true(or, false) </a:t>
            </a:r>
            <a:r>
              <a:rPr lang="en-US" sz="2100" dirty="0" err="1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that</a:t>
            </a:r>
            <a:r>
              <a:rPr lang="en-US" sz="21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_X</a:t>
            </a:r>
            <a:r>
              <a:rPr lang="en-US" sz="210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_</a:t>
            </a:r>
            <a:r>
              <a:rPr lang="en-US" sz="2100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 is a sentence (i.e., is meaningful).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▪"/>
            </a:pPr>
            <a:r>
              <a:rPr lang="en-US" sz="21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yes, then the sentence is a statement; otherwise, it is not.</a:t>
            </a:r>
            <a:endParaRPr dirty="0"/>
          </a:p>
          <a:p>
            <a:pPr marL="514350" marR="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165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23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6199" y="1084848"/>
            <a:ext cx="886301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Statements or ‘non-statement’ Sentences?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4765DE-6DF6-4A16-B11A-2229E12483EC}"/>
              </a:ext>
            </a:extLst>
          </p:cNvPr>
          <p:cNvSpPr txBox="1"/>
          <p:nvPr/>
        </p:nvSpPr>
        <p:spPr>
          <a:xfrm>
            <a:off x="559688" y="1537871"/>
            <a:ext cx="440521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All men are mortal.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Socrates is a man.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The sky is overcast.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Rich people must pay more taxes.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People who think Taylor Swift is better than Beethoven should be shot.</a:t>
            </a:r>
            <a:endParaRPr lang="en-SG" sz="28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04B5B-D58E-432B-AFD1-BE06B72DE977}"/>
              </a:ext>
            </a:extLst>
          </p:cNvPr>
          <p:cNvSpPr txBox="1"/>
          <p:nvPr/>
        </p:nvSpPr>
        <p:spPr>
          <a:xfrm>
            <a:off x="4964907" y="1635262"/>
            <a:ext cx="41028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Please pass me the salt.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Tie your shoelaces.</a:t>
            </a:r>
          </a:p>
          <a:p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How old are you?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Let’s get there on time!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EB6615"/>
              </a:solidFill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EB6615"/>
                </a:solidFill>
                <a:cs typeface="Times New Roman" panose="02020603050405020304" pitchFamily="18" charset="0"/>
              </a:rPr>
              <a:t>People are such fools!</a:t>
            </a:r>
            <a:endParaRPr lang="en-SG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82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651"/>
    </mc:Choice>
    <mc:Fallback xmlns="">
      <p:transition spd="slow" advTm="26965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24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6199" y="1891671"/>
            <a:ext cx="861060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Remember!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Critical thinking is interested </a:t>
            </a:r>
            <a:r>
              <a:rPr lang="en-US" altLang="en-US" sz="2600" i="1" dirty="0">
                <a:latin typeface="Times New Roman"/>
                <a:ea typeface="MS PGothic"/>
                <a:cs typeface="Times New Roman"/>
              </a:rPr>
              <a:t>only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in </a:t>
            </a:r>
            <a:r>
              <a:rPr lang="en-US" altLang="en-US" sz="2600" i="1" dirty="0">
                <a:latin typeface="Times New Roman"/>
                <a:ea typeface="MS PGothic"/>
                <a:cs typeface="Times New Roman"/>
              </a:rPr>
              <a:t>statements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, since it is interested in truth and </a:t>
            </a:r>
            <a:r>
              <a:rPr lang="en-US" altLang="en-US" sz="2600" i="1" dirty="0">
                <a:latin typeface="Times New Roman"/>
                <a:ea typeface="MS PGothic"/>
                <a:cs typeface="Times New Roman"/>
              </a:rPr>
              <a:t>only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statements can be truth bearing.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Statements and Sentences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237;p15" descr="Remember GIFs | Tenor">
            <a:extLst>
              <a:ext uri="{FF2B5EF4-FFF2-40B4-BE49-F238E27FC236}">
                <a16:creationId xmlns:a16="http://schemas.microsoft.com/office/drawing/2014/main" id="{7165CCB4-6761-B434-9ECB-7C6A410A65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182" y="2404782"/>
            <a:ext cx="2095500" cy="1162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220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25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6199" y="1084848"/>
            <a:ext cx="8610601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Are the following questions 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</a:rPr>
              <a:t>genuine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“Does Emma love me?” 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“How does an </a:t>
            </a:r>
            <a:r>
              <a:rPr lang="en-US" altLang="en-US" sz="2200" dirty="0" err="1">
                <a:latin typeface="Times New Roman"/>
                <a:ea typeface="MS PGothic"/>
                <a:cs typeface="Times New Roman"/>
              </a:rPr>
              <a:t>aeroplane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fly?”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“Would you like to have a drink with me?”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Are these?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“Romeo, Romeo, wherefore art thou Romeo?”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“Should you be talking to me like that?”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“What were you thinking when you decided to hang out with Emma?”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“What do you think you are doing?”</a:t>
            </a:r>
          </a:p>
          <a:p>
            <a:pPr lvl="1" indent="0" eaLnBrk="1" hangingPunct="1">
              <a:spcBef>
                <a:spcPct val="0"/>
              </a:spcBef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So, </a:t>
            </a:r>
            <a:r>
              <a:rPr lang="en-US" altLang="en-US" sz="2600" b="1" i="1" dirty="0">
                <a:latin typeface="Times New Roman"/>
                <a:ea typeface="MS PGothic"/>
                <a:cs typeface="Times New Roman"/>
              </a:rPr>
              <a:t>rhetorical</a:t>
            </a:r>
            <a:r>
              <a:rPr lang="en-US" altLang="en-US" sz="2600" i="1" dirty="0">
                <a:latin typeface="Times New Roman"/>
                <a:ea typeface="MS PGothic"/>
                <a:cs typeface="Times New Roman"/>
              </a:rPr>
              <a:t> questions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are really statements in disguise – and should be treated as such.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But, 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</a:rPr>
              <a:t>be mindful that questions can, and often are genuine!</a:t>
            </a:r>
            <a:endParaRPr lang="en-US" altLang="en-US" sz="2600" dirty="0">
              <a:latin typeface="Times New Roman"/>
              <a:ea typeface="MS PGothic"/>
              <a:cs typeface="Times New Roman"/>
            </a:endParaRPr>
          </a:p>
          <a:p>
            <a:pPr lvl="1" indent="0" eaLnBrk="1" hangingPunct="1">
              <a:spcBef>
                <a:spcPct val="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Questions or Statements?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256;p17" descr="Love GIFs | Tenor">
            <a:extLst>
              <a:ext uri="{FF2B5EF4-FFF2-40B4-BE49-F238E27FC236}">
                <a16:creationId xmlns:a16="http://schemas.microsoft.com/office/drawing/2014/main" id="{A9976FCD-236C-850F-4A02-A9F1854696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1800" y="983107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43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26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6199" y="1084848"/>
            <a:ext cx="8610601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Sometimes, it is not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clear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whether a question is genuine or not. 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Consider the following examples.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How good does Emma look in magenta?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Why did you cheat on me?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How old are you?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How much do you love me?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So, when it is 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unclear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whether a question is rhetorical and, on that account, whether we can treat it as a statement, we need to rely on context – tonal, situational, </a:t>
            </a:r>
            <a:r>
              <a:rPr lang="en-US" altLang="en-US" sz="2200" dirty="0" err="1">
                <a:latin typeface="Times New Roman"/>
                <a:ea typeface="MS PGothic"/>
                <a:cs typeface="Times New Roman"/>
              </a:rPr>
              <a:t>etc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/ </a:t>
            </a:r>
            <a:r>
              <a:rPr lang="en-US" altLang="en-US" sz="2200" b="1" dirty="0">
                <a:latin typeface="Times New Roman"/>
                <a:ea typeface="MS PGothic"/>
                <a:cs typeface="Times New Roman"/>
              </a:rPr>
              <a:t>charity!</a:t>
            </a:r>
            <a:endParaRPr lang="en-US" altLang="en-US" sz="2200" dirty="0">
              <a:latin typeface="Times New Roman"/>
              <a:ea typeface="MS PGothic"/>
              <a:cs typeface="Times New Roman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Moral of the story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Critical Thinking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in the real world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is as much art (in the sense that it relies on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interpretation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and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judgement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) as it is science (in the sense that it is ‘rule-bound’)</a:t>
            </a:r>
          </a:p>
          <a:p>
            <a:pPr lvl="1" indent="0" eaLnBrk="1" hangingPunct="1">
              <a:spcBef>
                <a:spcPct val="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Questions or Statements?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8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27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Facts and Opinions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6601A5-9D46-AB0B-8147-8C73D748F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3956253" cy="441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5CD2C2-59BD-FBBF-C33A-95ABC7B7A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19200"/>
            <a:ext cx="381654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28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Opinions: What I think the  world is (ought to be) like…</a:t>
            </a:r>
            <a:endParaRPr lang="en-GB" sz="3000" b="1" spc="-150" dirty="0">
              <a:latin typeface="Times New Roman"/>
              <a:cs typeface="Times New Roman"/>
            </a:endParaRPr>
          </a:p>
        </p:txBody>
      </p:sp>
      <p:sp>
        <p:nvSpPr>
          <p:cNvPr id="2" name="Google Shape;280;p20">
            <a:extLst>
              <a:ext uri="{FF2B5EF4-FFF2-40B4-BE49-F238E27FC236}">
                <a16:creationId xmlns:a16="http://schemas.microsoft.com/office/drawing/2014/main" id="{AC126965-34D7-26F0-506B-1E929E788A4D}"/>
              </a:ext>
            </a:extLst>
          </p:cNvPr>
          <p:cNvSpPr txBox="1"/>
          <p:nvPr/>
        </p:nvSpPr>
        <p:spPr>
          <a:xfrm>
            <a:off x="250766" y="1143037"/>
            <a:ext cx="8610600" cy="555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ingdings"/>
              <a:buChar char="§"/>
            </a:pPr>
            <a:endParaRPr lang="en-US" sz="2100" b="1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When we express an opinion,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how do we do it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?</a:t>
            </a: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Thinking about this tells us these things:</a:t>
            </a:r>
            <a:endParaRPr lang="en-US" sz="26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The content of an opinion takes the form of a statement. 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would be meaningful to preface the statement with, “I think that….”; “In my judgement….”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An opinion is about some thing that can’t be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directly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known by you!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If an opinion, X, is expressed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sincerely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the expressor thinks X to be true. In other words,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an opinion is a </a:t>
            </a:r>
            <a:r>
              <a:rPr lang="en-US" sz="26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subjectively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true statement,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which may or may not be a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fact.</a:t>
            </a: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08585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Wingdings"/>
              <a:buChar char="§"/>
            </a:pPr>
            <a:endParaRPr lang="en-US"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221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29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Facts: What the world is like…</a:t>
            </a:r>
          </a:p>
        </p:txBody>
      </p:sp>
      <p:sp>
        <p:nvSpPr>
          <p:cNvPr id="2" name="Google Shape;280;p20">
            <a:extLst>
              <a:ext uri="{FF2B5EF4-FFF2-40B4-BE49-F238E27FC236}">
                <a16:creationId xmlns:a16="http://schemas.microsoft.com/office/drawing/2014/main" id="{AC126965-34D7-26F0-506B-1E929E788A4D}"/>
              </a:ext>
            </a:extLst>
          </p:cNvPr>
          <p:cNvSpPr txBox="1"/>
          <p:nvPr/>
        </p:nvSpPr>
        <p:spPr>
          <a:xfrm>
            <a:off x="0" y="955675"/>
            <a:ext cx="9067800" cy="555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17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endParaRPr lang="en-US" sz="2100" b="1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May we should begin by building a typology of facts.</a:t>
            </a: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Here is a proposal:</a:t>
            </a:r>
            <a:endParaRPr lang="en-US" sz="26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Facts can be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private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(about me) or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non-private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(about the world).</a:t>
            </a:r>
          </a:p>
          <a:p>
            <a:pPr marL="1651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Private facts can be about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affect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(example?),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perception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(example?) ,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cognitive/epistemic commitments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(example?),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preferences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(example?)</a:t>
            </a:r>
          </a:p>
          <a:p>
            <a:pPr marL="1651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Non – private facts can be about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conceptual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objects (example?) or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empirical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MS PGothic"/>
                <a:cs typeface="Times New Roman"/>
              </a:rPr>
              <a:t> phenomena (example?)</a:t>
            </a:r>
            <a:endParaRPr lang="en-US" sz="2600" dirty="0">
              <a:solidFill>
                <a:schemeClr val="dk1"/>
              </a:solidFill>
              <a:latin typeface="MS PGothic"/>
              <a:ea typeface="MS PGothic"/>
              <a:cs typeface="Times New Roman"/>
            </a:endParaRPr>
          </a:p>
          <a:p>
            <a:pPr marL="1651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Note: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When we make a claim/assert a statement, we are either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asserting a private fact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or,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expressing an opinion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1651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Note: Can we have moral/normative facts? </a:t>
            </a:r>
          </a:p>
          <a:p>
            <a:pPr marL="74295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552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A7F54-A81F-B84B-071D-0927A5EB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8AC39AC8-E8BA-CF61-A87E-68457707ED6C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30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87108689-E318-E181-BCC8-CCC5844F136D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Private Facts and Opinions</a:t>
            </a:r>
          </a:p>
        </p:txBody>
      </p:sp>
      <p:sp>
        <p:nvSpPr>
          <p:cNvPr id="2" name="Google Shape;280;p20">
            <a:extLst>
              <a:ext uri="{FF2B5EF4-FFF2-40B4-BE49-F238E27FC236}">
                <a16:creationId xmlns:a16="http://schemas.microsoft.com/office/drawing/2014/main" id="{3D41D324-3320-C6EE-A8EA-E62512065DC9}"/>
              </a:ext>
            </a:extLst>
          </p:cNvPr>
          <p:cNvSpPr txBox="1"/>
          <p:nvPr/>
        </p:nvSpPr>
        <p:spPr>
          <a:xfrm>
            <a:off x="250766" y="1143037"/>
            <a:ext cx="8686800" cy="635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ingdings"/>
              <a:buChar char="§"/>
            </a:pPr>
            <a:endParaRPr lang="en-US" sz="2100" b="1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Consider the following: what’s the private fact? And the opinion?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believe that immigrants are eating pet cats and dogs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love watching Rafa play.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am feeling cold/pain.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love Emma.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Emma loves me.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It is morally wrong that girls don’t go to school in Afghanistan.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I think that if you are a bachelor, you are not married.</a:t>
            </a: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Moral: Anytime we express an opinion, we are expressing a fact about ourselves;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the converse is not true!</a:t>
            </a: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651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08585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Wingdings"/>
              <a:buChar char="§"/>
            </a:pPr>
            <a:endParaRPr lang="en-US"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503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31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31283" y="2021282"/>
            <a:ext cx="8610601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Read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</a:rPr>
              <a:t>: 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  <a:hlinkClick r:id="rId3"/>
              </a:rPr>
              <a:t>“You are not entitled to your own opinion”</a:t>
            </a:r>
            <a:endParaRPr lang="en-US" altLang="en-US" sz="2600" b="1" dirty="0">
              <a:latin typeface="Times New Roman"/>
              <a:ea typeface="MS PGothic"/>
              <a:cs typeface="Times New Roman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And decide: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dirty="0">
              <a:latin typeface="Times New Roman"/>
              <a:ea typeface="MS PGothic"/>
              <a:cs typeface="Times New Roman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en-US" sz="2600" dirty="0">
              <a:latin typeface="Times New Roman"/>
              <a:ea typeface="MS PGothic"/>
              <a:cs typeface="Times New Roman"/>
            </a:endParaRPr>
          </a:p>
          <a:p>
            <a:pPr marL="1257300" lvl="1" indent="-51435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When is a claim worth considering as 'maybe fact'?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Fact-worthy opinion?</a:t>
            </a:r>
            <a:endParaRPr lang="en-GB" sz="32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4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32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But, when is an opinion likely to be a fact (true)?</a:t>
            </a:r>
          </a:p>
        </p:txBody>
      </p:sp>
      <p:sp>
        <p:nvSpPr>
          <p:cNvPr id="2" name="Google Shape;280;p20">
            <a:extLst>
              <a:ext uri="{FF2B5EF4-FFF2-40B4-BE49-F238E27FC236}">
                <a16:creationId xmlns:a16="http://schemas.microsoft.com/office/drawing/2014/main" id="{AC126965-34D7-26F0-506B-1E929E788A4D}"/>
              </a:ext>
            </a:extLst>
          </p:cNvPr>
          <p:cNvSpPr txBox="1"/>
          <p:nvPr/>
        </p:nvSpPr>
        <p:spPr>
          <a:xfrm>
            <a:off x="250766" y="1143037"/>
            <a:ext cx="8437707" cy="635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ingdings"/>
              <a:buChar char="§"/>
            </a:pPr>
            <a:endParaRPr lang="en-US" sz="2100" b="1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Some opinions are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necessarily true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(example?)</a:t>
            </a: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Others, we accept as true when there is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consensus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among 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reasonable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well informed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people that it is true.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What is needed for a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consensus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? Must every reasonable, well informed person agree?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And, who is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reasonable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? We will return to this in the last session.</a:t>
            </a:r>
          </a:p>
          <a:p>
            <a:pPr marL="1079500" lvl="1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Also, how much information makes one well informed? Or, who are the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well informed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 people?</a:t>
            </a: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Or, some others, we accept as true (likely true) if we accept the justification provided for the opinion.</a:t>
            </a: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651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622300" indent="-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Wingdings"/>
              <a:buChar char="§"/>
            </a:pPr>
            <a:endParaRPr lang="en-US"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108585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Wingdings"/>
              <a:buChar char="§"/>
            </a:pPr>
            <a:endParaRPr lang="en-US"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455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CFAC-A53A-583E-E1EA-3F9B4B49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753026AE-5000-A407-9B7E-B60860383C79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33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7F0DB5AE-689D-6859-21A1-0DC1BD7B38F2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What is the problem?</a:t>
            </a:r>
            <a:endParaRPr lang="en-GB" sz="32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95A06-C5DF-0B0E-3DCE-2397B5C4E5B3}"/>
              </a:ext>
            </a:extLst>
          </p:cNvPr>
          <p:cNvSpPr txBox="1"/>
          <p:nvPr/>
        </p:nvSpPr>
        <p:spPr>
          <a:xfrm>
            <a:off x="16525" y="1066800"/>
            <a:ext cx="46536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0080"/>
                </a:highlight>
                <a:hlinkClick r:id="rId3"/>
              </a:rPr>
              <a:t>https://about.fb.com/news/2025/01/meta-more-speech-fewer-mistakes/</a:t>
            </a:r>
            <a:r>
              <a:rPr lang="en-US" dirty="0">
                <a:highlight>
                  <a:srgbClr val="000080"/>
                </a:highlight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B2650-B793-858A-12E6-E86025308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219200"/>
            <a:ext cx="3410426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9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34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Nuts and Bolts: Ordinary language and Clarity?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EC0F3-CDCE-C23B-378F-C369F3CDB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276601"/>
            <a:ext cx="2819400" cy="2819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E6E9C2-D604-1B7A-D12B-1A2DFF63D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343" y="2272229"/>
            <a:ext cx="1176346" cy="1309697"/>
          </a:xfrm>
          <a:prstGeom prst="rect">
            <a:avLst/>
          </a:prstGeom>
        </p:spPr>
      </p:pic>
      <p:sp>
        <p:nvSpPr>
          <p:cNvPr id="2" name="Google Shape;297;p22">
            <a:extLst>
              <a:ext uri="{FF2B5EF4-FFF2-40B4-BE49-F238E27FC236}">
                <a16:creationId xmlns:a16="http://schemas.microsoft.com/office/drawing/2014/main" id="{126DCA72-1E90-BB5F-3CE6-6BAA4B45438F}"/>
              </a:ext>
            </a:extLst>
          </p:cNvPr>
          <p:cNvSpPr txBox="1"/>
          <p:nvPr/>
        </p:nvSpPr>
        <p:spPr>
          <a:xfrm>
            <a:off x="131283" y="947137"/>
            <a:ext cx="8610600" cy="527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Ordinary language – the language of real life – is notoriously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unclear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 dirty="0"/>
          </a:p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source of this lack of clarity is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vagueness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word is vague (and so is the statement containing the word)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word has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precise meaning.</a:t>
            </a:r>
            <a:endParaRPr sz="2100" b="1" dirty="0"/>
          </a:p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vague words are </a:t>
            </a:r>
            <a:endParaRPr sz="2100" dirty="0">
              <a:solidFill>
                <a:schemeClr val="dk1"/>
              </a:solidFill>
            </a:endParaRPr>
          </a:p>
          <a:p>
            <a:pPr marL="1257300" marR="0" lvl="1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Bald </a:t>
            </a:r>
            <a:endParaRPr sz="2100" dirty="0"/>
          </a:p>
          <a:p>
            <a:pPr marL="1257300" marR="0" lvl="1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Tall </a:t>
            </a:r>
            <a:endParaRPr sz="2100" dirty="0"/>
          </a:p>
          <a:p>
            <a:pPr marL="1257300" marR="0" lvl="1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</a:t>
            </a:r>
            <a:endParaRPr sz="2100" dirty="0"/>
          </a:p>
          <a:p>
            <a:pPr marL="1257300" marR="0" lvl="1" indent="-508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Others?</a:t>
            </a:r>
            <a:endParaRPr sz="210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examples should tell you that</a:t>
            </a:r>
            <a:endParaRPr sz="2100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a word is vague when the property it typically </a:t>
            </a:r>
            <a:endParaRPr sz="2100"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denotes, exists on a continuum, but</a:t>
            </a:r>
            <a:endParaRPr lang="en-US" sz="2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buSzPts val="2600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  it is hard to say when there is enough of 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600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  the property to justify the use of the word.</a:t>
            </a:r>
            <a:endParaRPr lang="en-US" sz="21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marL="74295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799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35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>
                <a:latin typeface="Times New Roman"/>
                <a:cs typeface="Times New Roman"/>
              </a:rPr>
              <a:t>The problem with vagueness:</a:t>
            </a:r>
            <a:endParaRPr lang="en-GB" sz="32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307;p23">
            <a:extLst>
              <a:ext uri="{FF2B5EF4-FFF2-40B4-BE49-F238E27FC236}">
                <a16:creationId xmlns:a16="http://schemas.microsoft.com/office/drawing/2014/main" id="{112E0CFC-F475-EE64-C58F-6EE6DA14A3A8}"/>
              </a:ext>
            </a:extLst>
          </p:cNvPr>
          <p:cNvSpPr txBox="1"/>
          <p:nvPr/>
        </p:nvSpPr>
        <p:spPr>
          <a:xfrm>
            <a:off x="76199" y="1084848"/>
            <a:ext cx="8610600" cy="640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Now, consider the following vague statements:</a:t>
            </a:r>
            <a:endParaRPr dirty="0"/>
          </a:p>
          <a:p>
            <a:pPr marL="1257300" lvl="1" indent="-5143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Stefan is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bald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000" dirty="0"/>
          </a:p>
          <a:p>
            <a:pPr marL="1257300" lvl="1" indent="-5143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Boxers are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big</a:t>
            </a:r>
            <a:r>
              <a:rPr lang="en-US" sz="22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dogs.</a:t>
            </a:r>
            <a:endParaRPr lang="en-US" sz="2000" dirty="0"/>
          </a:p>
          <a:p>
            <a:pPr marL="1257300" lvl="1" indent="-5143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Shanthi Pereira is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000" dirty="0"/>
          </a:p>
          <a:p>
            <a:pPr marL="1257300" lvl="1" indent="-5143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Gabby Thomas is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000" dirty="0">
              <a:solidFill>
                <a:schemeClr val="dk1"/>
              </a:solidFill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think the problem is with statements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/opinions 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contain a vague word/phrase?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But, note the problem with vagueness disappears when ?</a:t>
            </a:r>
            <a:endParaRPr b="1" dirty="0">
              <a:solidFill>
                <a:schemeClr val="dk1"/>
              </a:solidFill>
            </a:endParaRPr>
          </a:p>
          <a:p>
            <a:pPr marL="514350" marR="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57300" marR="0" lvl="1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194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36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/>
                <a:cs typeface="Times New Roman"/>
              </a:rPr>
              <a:t>Unclear also! Ambiguity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316;p24">
            <a:extLst>
              <a:ext uri="{FF2B5EF4-FFF2-40B4-BE49-F238E27FC236}">
                <a16:creationId xmlns:a16="http://schemas.microsoft.com/office/drawing/2014/main" id="{1AEFF206-78CA-BE7D-C620-334D71D59971}"/>
              </a:ext>
            </a:extLst>
          </p:cNvPr>
          <p:cNvSpPr txBox="1"/>
          <p:nvPr/>
        </p:nvSpPr>
        <p:spPr>
          <a:xfrm>
            <a:off x="21114" y="988451"/>
            <a:ext cx="9199085" cy="60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source of lack of clarity is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ambiguity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word/phrase/statement is ambiguous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and only if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word/phrase/statement has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meanings.</a:t>
            </a: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useful to distinguish ambiguity into 3 types: </a:t>
            </a: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(Semantic)</a:t>
            </a:r>
            <a:r>
              <a:rPr lang="en-US" sz="22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ambiguity</a:t>
            </a:r>
            <a:endParaRPr b="1" dirty="0">
              <a:solidFill>
                <a:schemeClr val="dk1"/>
              </a:solidFill>
            </a:endParaRPr>
          </a:p>
          <a:p>
            <a:pPr marL="74295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sz="22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Lawrence Wong </a:t>
            </a:r>
            <a:r>
              <a:rPr lang="en-US" sz="22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stoned at a rally in 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Hougang</a:t>
            </a:r>
            <a:r>
              <a:rPr lang="en-US" sz="22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(</a:t>
            </a: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Syntactic</a:t>
            </a:r>
            <a:r>
              <a:rPr lang="en-US" sz="22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ambiguity</a:t>
            </a:r>
            <a:endParaRPr b="1" dirty="0">
              <a:solidFill>
                <a:schemeClr val="dk1"/>
              </a:solidFill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The police killed the man with an axe.</a:t>
            </a: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Example: I love you too, Emma!</a:t>
            </a:r>
            <a:endParaRPr dirty="0"/>
          </a:p>
          <a:p>
            <a:pPr marL="1257300" lvl="1" indent="-5143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Situational (Pragmatic)</a:t>
            </a:r>
            <a:r>
              <a:rPr lang="en-US" sz="2200" b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ambiguity</a:t>
            </a:r>
            <a:endParaRPr b="1" dirty="0">
              <a:solidFill>
                <a:schemeClr val="dk1"/>
              </a:solidFill>
            </a:endParaRPr>
          </a:p>
          <a:p>
            <a:pPr marL="74295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sz="220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How old are you?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these examples, what is the </a:t>
            </a: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2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ambiguous statements?? </a:t>
            </a:r>
          </a:p>
          <a:p>
            <a:pPr marL="514350" marR="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347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37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-5508" y="883503"/>
            <a:ext cx="8998028" cy="529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Here are some final questions to muse about.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Can a word be both ambiguous and vague?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Do vagueness and ambiguity exhaust lack of clarity?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</a:t>
            </a: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1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Why is ordinary language </a:t>
            </a:r>
            <a:r>
              <a:rPr lang="en-US" altLang="en-US" sz="2200" b="1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unclear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?</a:t>
            </a:r>
          </a:p>
          <a:p>
            <a:pPr marL="1257300" lvl="1" indent="-51435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‘NBA players are tall’; ‘Sovan drinks every evening’; ‘The dog is ready to eat’? ‘The woman left the dog in the rain to drink beer’? </a:t>
            </a:r>
            <a:r>
              <a:rPr lang="en-US" altLang="en-US" sz="2200" b="1" dirty="0">
                <a:latin typeface="Times New Roman"/>
                <a:ea typeface="MS PGothic"/>
                <a:cs typeface="Times New Roman"/>
              </a:rPr>
              <a:t>Cognitive efficiency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?</a:t>
            </a:r>
          </a:p>
          <a:p>
            <a:pPr marL="1257300" lvl="1" indent="-51435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The social value of language? “the </a:t>
            </a:r>
            <a:r>
              <a:rPr lang="en-US" altLang="en-US" sz="2200" dirty="0" err="1">
                <a:latin typeface="Times New Roman"/>
                <a:ea typeface="MS PGothic"/>
                <a:cs typeface="Times New Roman"/>
              </a:rPr>
              <a:t>ummmm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”! </a:t>
            </a:r>
            <a:r>
              <a:rPr lang="en-US" altLang="en-US" sz="2200" b="1" dirty="0">
                <a:latin typeface="Times New Roman"/>
                <a:ea typeface="MS PGothic"/>
                <a:cs typeface="Times New Roman"/>
              </a:rPr>
              <a:t>Social grooming?</a:t>
            </a:r>
            <a:endParaRPr lang="en-US" altLang="en-US" sz="2200" dirty="0">
              <a:latin typeface="Times New Roman"/>
              <a:ea typeface="MS PGothic"/>
              <a:cs typeface="Times New Roman"/>
            </a:endParaRPr>
          </a:p>
          <a:p>
            <a:pPr lvl="1" indent="0" eaLnBrk="1" hangingPunct="1">
              <a:spcBef>
                <a:spcPct val="0"/>
              </a:spcBef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5850" lvl="1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So, what should we do about ambiguity/vagueness?</a:t>
            </a:r>
          </a:p>
          <a:p>
            <a:pPr marL="1257300" lvl="1" indent="-514350" eaLnBrk="1" hangingPunct="1">
              <a:spcBef>
                <a:spcPct val="0"/>
              </a:spcBef>
              <a:buFont typeface="+mj-lt"/>
              <a:buAutoNum type="arabicPeriod"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2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depends…..</a:t>
            </a:r>
          </a:p>
          <a:p>
            <a:pPr lvl="1" indent="0" eaLnBrk="1" hangingPunct="1">
              <a:spcBef>
                <a:spcPct val="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Nuts and Bolts: Vagueness and Ambiguity</a:t>
            </a:r>
            <a:endParaRPr lang="en-GB" sz="30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2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131"/>
    </mc:Choice>
    <mc:Fallback xmlns="">
      <p:transition spd="slow" advTm="21513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38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0" y="1716387"/>
            <a:ext cx="914400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Recall that critical thinking is primarily concerned with investigating: what 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</a:rPr>
              <a:t>reasons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do we have for claiming/accepting a statement/opinion to be a </a:t>
            </a:r>
            <a:r>
              <a:rPr lang="en-US" altLang="en-US" sz="2600" b="1" dirty="0">
                <a:latin typeface="Times New Roman"/>
                <a:ea typeface="MS PGothic"/>
                <a:cs typeface="Times New Roman"/>
              </a:rPr>
              <a:t>fact/true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? </a:t>
            </a:r>
          </a:p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So, critical thinking is, </a:t>
            </a:r>
            <a:r>
              <a:rPr lang="en-US" altLang="en-US" sz="26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first and foremost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, about (appreciating the importance of and) having reasons for believing a statement or claiming to know a statement.   </a:t>
            </a:r>
            <a:endParaRPr lang="en-US" dirty="0">
              <a:cs typeface="Calibri"/>
            </a:endParaRPr>
          </a:p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Having/giving reasons for a claim/statement/proposition is called </a:t>
            </a:r>
            <a:r>
              <a:rPr lang="en-US" altLang="en-US" sz="2600" i="1" u="sng" dirty="0">
                <a:latin typeface="Times New Roman"/>
                <a:ea typeface="MS PGothic"/>
                <a:cs typeface="Times New Roman"/>
              </a:rPr>
              <a:t>arguing</a:t>
            </a:r>
            <a:r>
              <a:rPr lang="en-US" altLang="en-US" sz="2600" u="sng" dirty="0">
                <a:latin typeface="Times New Roman"/>
                <a:ea typeface="MS PGothic"/>
                <a:cs typeface="Times New Roman"/>
              </a:rPr>
              <a:t>.</a:t>
            </a:r>
            <a:endParaRPr lang="en-US" altLang="en-US" sz="2600" dirty="0">
              <a:latin typeface="Times New Roman"/>
              <a:ea typeface="MS PGothic"/>
              <a:cs typeface="Times New Roman"/>
            </a:endParaRPr>
          </a:p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Now, check your intuitions about whether or not there’s an argument in the following.</a:t>
            </a: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103828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Backbone of Critical Thinking: The </a:t>
            </a:r>
            <a:r>
              <a:rPr lang="en-GB" sz="3500" b="1" spc="-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697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695"/>
    </mc:Choice>
    <mc:Fallback xmlns="">
      <p:transition spd="slow" advTm="418695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39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0" y="955675"/>
            <a:ext cx="5962880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Example 1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“Thou shall not covet thy neighbor’s husband.”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Example 2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“Lying is wrong since the Bible says it is wrong.”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Example 3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“Trump’s tariffs entail/imply that that the Fed is not going to cut interest rates soon.”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en-US" sz="1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1900" b="1" dirty="0"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/>
                <a:cs typeface="Times New Roman"/>
              </a:rPr>
              <a:t>  </a:t>
            </a:r>
            <a:r>
              <a:rPr lang="en-GB" sz="3500" b="1" spc="-150">
                <a:solidFill>
                  <a:schemeClr val="bg1"/>
                </a:solidFill>
                <a:latin typeface="Times New Roman"/>
                <a:cs typeface="Times New Roman"/>
              </a:rPr>
              <a:t>Got argue or not</a:t>
            </a:r>
            <a:r>
              <a:rPr lang="en-GB" sz="3500" b="1" spc="-15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GB" sz="3500" b="1" spc="-150" dirty="0">
                <a:latin typeface="Times New Roman"/>
                <a:cs typeface="Times New Roman"/>
              </a:rPr>
              <a:t>?</a:t>
            </a:r>
          </a:p>
        </p:txBody>
      </p:sp>
      <p:pic>
        <p:nvPicPr>
          <p:cNvPr id="3074" name="Picture 2" descr="Federal Reserve Cuts Interest Rates by 25 Basis Points">
            <a:extLst>
              <a:ext uri="{FF2B5EF4-FFF2-40B4-BE49-F238E27FC236}">
                <a16:creationId xmlns:a16="http://schemas.microsoft.com/office/drawing/2014/main" id="{14EC5304-9476-06B0-2324-FF23518B7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221213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nocchio (1940) - IMDb">
            <a:extLst>
              <a:ext uri="{FF2B5EF4-FFF2-40B4-BE49-F238E27FC236}">
                <a16:creationId xmlns:a16="http://schemas.microsoft.com/office/drawing/2014/main" id="{EB9D900C-9695-2A68-2BF7-53BBBB81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489243"/>
            <a:ext cx="2705100" cy="152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ible - Wikipedia">
            <a:extLst>
              <a:ext uri="{FF2B5EF4-FFF2-40B4-BE49-F238E27FC236}">
                <a16:creationId xmlns:a16="http://schemas.microsoft.com/office/drawing/2014/main" id="{CE7C2598-8A3C-7BE7-5507-6B2F51438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870" y="1096439"/>
            <a:ext cx="188976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49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695"/>
    </mc:Choice>
    <mc:Fallback xmlns="">
      <p:transition spd="slow" advTm="418695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40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0" y="955675"/>
            <a:ext cx="5412037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en-US" sz="2400" dirty="0">
              <a:latin typeface="Times New Roman"/>
              <a:ea typeface="MS PGothic"/>
              <a:cs typeface="Times New Roman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Example 4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“Emma loves me! She really </a:t>
            </a:r>
            <a:r>
              <a:rPr lang="en-US" altLang="en-US" sz="2400" dirty="0" err="1">
                <a:latin typeface="Times New Roman"/>
                <a:ea typeface="MS PGothic"/>
                <a:cs typeface="Times New Roman"/>
              </a:rPr>
              <a:t>really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does! There is no way she doesn’t!”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en-US" sz="2400" dirty="0">
              <a:latin typeface="Times New Roman"/>
              <a:ea typeface="MS PGothic"/>
              <a:cs typeface="Times New Roman"/>
            </a:endParaRPr>
          </a:p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Example 5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“What you are saying is downright silly and wrong. It does not matter how many times you say it.” </a:t>
            </a:r>
            <a:r>
              <a:rPr lang="en-US" altLang="en-US" sz="1900" b="1" dirty="0">
                <a:latin typeface="Times New Roman"/>
                <a:ea typeface="MS PGothic"/>
                <a:cs typeface="Times New Roman"/>
              </a:rPr>
              <a:t> </a:t>
            </a: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Got argue or not?</a:t>
            </a:r>
          </a:p>
        </p:txBody>
      </p:sp>
      <p:pic>
        <p:nvPicPr>
          <p:cNvPr id="4100" name="Picture 4" descr="Relationship Advice for Women: Common Breakup Reasons in 2014">
            <a:extLst>
              <a:ext uri="{FF2B5EF4-FFF2-40B4-BE49-F238E27FC236}">
                <a16:creationId xmlns:a16="http://schemas.microsoft.com/office/drawing/2014/main" id="{2255B7A5-4674-69DC-0069-5D38952A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750842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ree Silly Face Emoji SVG - Mediamodifier">
            <a:extLst>
              <a:ext uri="{FF2B5EF4-FFF2-40B4-BE49-F238E27FC236}">
                <a16:creationId xmlns:a16="http://schemas.microsoft.com/office/drawing/2014/main" id="{8D7D2767-DFCE-DDFA-D8CE-E2CAFBE44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718" y="5092469"/>
            <a:ext cx="1058263" cy="109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59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8695"/>
    </mc:Choice>
    <mc:Fallback xmlns="">
      <p:transition spd="slow" advTm="418695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41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6199" y="1456667"/>
            <a:ext cx="8610601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So, an argument is a collection of </a:t>
            </a:r>
            <a:r>
              <a:rPr lang="en-US" altLang="en-US" sz="26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statements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, such that, the </a:t>
            </a:r>
            <a:r>
              <a:rPr lang="en-US" altLang="en-US" sz="26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truth of some statement(s) 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in that collection provide support (are reasons) for </a:t>
            </a:r>
            <a:r>
              <a:rPr lang="en-US" altLang="en-US" sz="26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the truth (or, likely truth) of other statement(s)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in that collection.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The statements that provide support (are reasons) are called the </a:t>
            </a:r>
            <a:r>
              <a:rPr lang="en-US" altLang="en-US" sz="2600" u="sng" dirty="0">
                <a:latin typeface="Times New Roman"/>
                <a:ea typeface="MS PGothic"/>
                <a:cs typeface="Times New Roman"/>
              </a:rPr>
              <a:t>premises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of the argument; the supported statements are called the </a:t>
            </a:r>
            <a:r>
              <a:rPr lang="en-US" altLang="en-US" sz="2600" u="sng" dirty="0">
                <a:latin typeface="Times New Roman"/>
                <a:ea typeface="MS PGothic"/>
                <a:cs typeface="Times New Roman"/>
              </a:rPr>
              <a:t>conclusions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of the arguments.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The </a:t>
            </a:r>
            <a:r>
              <a:rPr lang="en-US" altLang="en-US" sz="2600" u="sng" dirty="0">
                <a:latin typeface="Times New Roman"/>
                <a:ea typeface="MS PGothic"/>
                <a:cs typeface="Times New Roman"/>
              </a:rPr>
              <a:t>support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 provided by the premises for the conclusion is called the </a:t>
            </a:r>
            <a:r>
              <a:rPr lang="en-US" altLang="en-US" sz="2600" u="sng" dirty="0">
                <a:latin typeface="Times New Roman"/>
                <a:ea typeface="MS PGothic"/>
                <a:cs typeface="Times New Roman"/>
              </a:rPr>
              <a:t>inference</a:t>
            </a:r>
            <a:r>
              <a:rPr lang="en-US" altLang="en-US" sz="2600" dirty="0">
                <a:latin typeface="Times New Roman"/>
                <a:ea typeface="MS PGothic"/>
                <a:cs typeface="Times New Roman"/>
              </a:rPr>
              <a:t>.</a:t>
            </a: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What is an argument ?</a:t>
            </a:r>
          </a:p>
        </p:txBody>
      </p:sp>
    </p:spTree>
    <p:extLst>
      <p:ext uri="{BB962C8B-B14F-4D97-AF65-F5344CB8AC3E}">
        <p14:creationId xmlns:p14="http://schemas.microsoft.com/office/powerpoint/2010/main" val="400557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134"/>
    </mc:Choice>
    <mc:Fallback xmlns="">
      <p:transition spd="slow" advTm="140134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42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76323" y="1531204"/>
            <a:ext cx="84104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400">
                <a:latin typeface="Times New Roman"/>
                <a:ea typeface="MS PGothic"/>
                <a:cs typeface="Times New Roman"/>
              </a:rPr>
              <a:t>So, schematically, a basic argument would look like this: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What is an argument?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D948DD-4EDB-4761-8505-CE587D0F54AE}"/>
              </a:ext>
            </a:extLst>
          </p:cNvPr>
          <p:cNvSpPr txBox="1"/>
          <p:nvPr/>
        </p:nvSpPr>
        <p:spPr>
          <a:xfrm>
            <a:off x="3352800" y="236220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B050"/>
                </a:solidFill>
                <a:cs typeface="Times New Roman" panose="02020603050405020304" pitchFamily="18" charset="0"/>
              </a:rPr>
              <a:t>Premise(s)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06756-0259-489B-A08A-3EAB1827E282}"/>
              </a:ext>
            </a:extLst>
          </p:cNvPr>
          <p:cNvSpPr txBox="1"/>
          <p:nvPr/>
        </p:nvSpPr>
        <p:spPr>
          <a:xfrm>
            <a:off x="4452257" y="3485505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B050"/>
                </a:solidFill>
                <a:cs typeface="Times New Roman" panose="02020603050405020304" pitchFamily="18" charset="0"/>
              </a:rPr>
              <a:t>(Inference)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C8F19-4E23-4583-B254-E26CDAEBB43A}"/>
              </a:ext>
            </a:extLst>
          </p:cNvPr>
          <p:cNvSpPr txBox="1"/>
          <p:nvPr/>
        </p:nvSpPr>
        <p:spPr>
          <a:xfrm>
            <a:off x="3238500" y="4373512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B050"/>
                </a:solidFill>
                <a:cs typeface="Times New Roman" panose="02020603050405020304" pitchFamily="18" charset="0"/>
              </a:rPr>
              <a:t>Conclusion(s)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19F206-BE50-48D4-82E0-2C81A43F6852}"/>
              </a:ext>
            </a:extLst>
          </p:cNvPr>
          <p:cNvCxnSpPr/>
          <p:nvPr/>
        </p:nvCxnSpPr>
        <p:spPr>
          <a:xfrm>
            <a:off x="3962400" y="2895600"/>
            <a:ext cx="0" cy="1406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02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322"/>
    </mc:Choice>
    <mc:Fallback xmlns="">
      <p:transition spd="slow" advTm="72322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defRPr/>
              </a:pPr>
              <a:t>43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Inference (Premise &amp; Conclusion) Indicators:</a:t>
            </a:r>
          </a:p>
        </p:txBody>
      </p:sp>
      <p:sp>
        <p:nvSpPr>
          <p:cNvPr id="2" name="Google Shape;368;p30">
            <a:extLst>
              <a:ext uri="{FF2B5EF4-FFF2-40B4-BE49-F238E27FC236}">
                <a16:creationId xmlns:a16="http://schemas.microsoft.com/office/drawing/2014/main" id="{8BECDEBF-A6F0-36AA-7E84-A66B328CB9CE}"/>
              </a:ext>
            </a:extLst>
          </p:cNvPr>
          <p:cNvSpPr txBox="1"/>
          <p:nvPr/>
        </p:nvSpPr>
        <p:spPr>
          <a:xfrm>
            <a:off x="79872" y="1380228"/>
            <a:ext cx="86106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skill in thinking critically is to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an argument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given a passage, video, audio, conversation, </a:t>
            </a: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must, first,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whether it contains an argument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and,</a:t>
            </a:r>
            <a:endParaRPr dirty="0"/>
          </a:p>
          <a:p>
            <a:pPr marL="1257300" marR="0" lvl="1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does, you must be able to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its premises, its conclusions, and </a:t>
            </a:r>
            <a:r>
              <a:rPr lang="en-US" sz="20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structure of the inference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514350" marR="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easy to do with well-articulated arguments because they use </a:t>
            </a:r>
            <a:r>
              <a:rPr lang="en-US" sz="24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indicators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words/phrases that draw attention to the fact that an act of inference is ‘taking place’.</a:t>
            </a:r>
            <a:endParaRPr dirty="0"/>
          </a:p>
          <a:p>
            <a:pPr marL="514350" marR="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indicators come in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premise indicators, and conclusion indicators.</a:t>
            </a:r>
            <a:endParaRPr b="1" dirty="0"/>
          </a:p>
          <a:p>
            <a:pPr marL="514350" marR="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502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304"/>
    </mc:Choice>
    <mc:Fallback xmlns="">
      <p:transition spd="slow" advTm="168304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44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Inference (Premise &amp; Conclusion) Indicators:</a:t>
            </a:r>
          </a:p>
        </p:txBody>
      </p:sp>
      <p:sp>
        <p:nvSpPr>
          <p:cNvPr id="2" name="Google Shape;376;p31">
            <a:extLst>
              <a:ext uri="{FF2B5EF4-FFF2-40B4-BE49-F238E27FC236}">
                <a16:creationId xmlns:a16="http://schemas.microsoft.com/office/drawing/2014/main" id="{DADA5931-0F6C-F4A7-056D-822BA16AD5C4}"/>
              </a:ext>
            </a:extLst>
          </p:cNvPr>
          <p:cNvSpPr txBox="1"/>
          <p:nvPr/>
        </p:nvSpPr>
        <p:spPr>
          <a:xfrm>
            <a:off x="76199" y="1084848"/>
            <a:ext cx="88629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is a more comprehensive (but not exhaustive) list of inference indicators:</a:t>
            </a:r>
            <a:endParaRPr dirty="0"/>
          </a:p>
          <a:p>
            <a:pPr marL="514350" marR="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 indicators</a:t>
            </a:r>
            <a:endParaRPr dirty="0"/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Because, As, For, Owing to the fact that,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</a:t>
            </a:r>
            <a:endParaRPr dirty="0"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indicators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Hence, Thus, So, It follows that, As such, In conclusion</a:t>
            </a:r>
            <a:endParaRPr sz="2400" b="1" dirty="0">
              <a:solidFill>
                <a:srgbClr val="1F9BD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084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757"/>
    </mc:Choice>
    <mc:Fallback xmlns="">
      <p:transition spd="slow" advTm="58757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8DD8-09D9-5662-7EF9-A492F80F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594D6A4E-9F69-8985-3AC7-3F0972F516E9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45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8CFD2B77-8112-154F-926C-227ED9AB2DBE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eaLnBrk="1" hangingPunct="1">
              <a:defRPr/>
            </a:pPr>
            <a:r>
              <a:rPr lang="en-GB" sz="3500" b="1" spc="-150" dirty="0">
                <a:latin typeface="Times New Roman"/>
                <a:cs typeface="Times New Roman"/>
              </a:rPr>
              <a:t>  What an argument is not……</a:t>
            </a:r>
            <a:endParaRPr lang="en-GB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C478D-79B8-E81A-2D4C-B4447DC6B84D}"/>
              </a:ext>
            </a:extLst>
          </p:cNvPr>
          <p:cNvSpPr txBox="1"/>
          <p:nvPr/>
        </p:nvSpPr>
        <p:spPr>
          <a:xfrm>
            <a:off x="240506" y="1295400"/>
            <a:ext cx="838200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1" i="0" u="none" strike="noStrike" dirty="0">
                <a:solidFill>
                  <a:srgbClr val="5F5F5F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Mere contradiction </a:t>
            </a:r>
            <a:r>
              <a:rPr lang="en-US" sz="2400" b="1" i="0" u="none" strike="noStrike" dirty="0">
                <a:solidFill>
                  <a:srgbClr val="5F5F5F"/>
                </a:solidFill>
                <a:effectLst/>
                <a:latin typeface="Calibri" panose="020F0502020204030204" pitchFamily="34" charset="0"/>
              </a:rPr>
              <a:t>of the claim being made </a:t>
            </a:r>
            <a:endParaRPr lang="en-US" b="0" dirty="0">
              <a:effectLst/>
            </a:endParaRPr>
          </a:p>
          <a:p>
            <a:pPr marL="359994" rtl="0">
              <a:spcBef>
                <a:spcPts val="560"/>
              </a:spcBef>
            </a:pPr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Calibri" panose="020F0502020204030204" pitchFamily="34" charset="0"/>
              </a:rPr>
              <a:t>No, you’re wrong! You’re confused. This is a mistake. I disagree. The reality is ….</a:t>
            </a:r>
            <a:endParaRPr lang="en-US" b="0" dirty="0">
              <a:effectLst/>
            </a:endParaRPr>
          </a:p>
          <a:p>
            <a:pPr rtl="0">
              <a:spcBef>
                <a:spcPts val="560"/>
              </a:spcBef>
            </a:pPr>
            <a:br>
              <a:rPr lang="en-US" b="0" dirty="0">
                <a:effectLst/>
              </a:rPr>
            </a:br>
            <a:r>
              <a:rPr lang="en-US" sz="2400" b="1" i="0" u="none" strike="noStrike" dirty="0">
                <a:solidFill>
                  <a:srgbClr val="5F5F5F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Repetition</a:t>
            </a:r>
            <a:r>
              <a:rPr lang="en-US" sz="2400" b="1" i="0" u="none" strike="noStrike" dirty="0">
                <a:solidFill>
                  <a:srgbClr val="5F5F5F"/>
                </a:solidFill>
                <a:effectLst/>
                <a:latin typeface="Calibri" panose="020F0502020204030204" pitchFamily="34" charset="0"/>
              </a:rPr>
              <a:t> of the conclusion.</a:t>
            </a:r>
            <a:endParaRPr lang="en-US" b="0" dirty="0">
              <a:effectLst/>
            </a:endParaRPr>
          </a:p>
          <a:p>
            <a:pPr marL="359994" rtl="0">
              <a:spcBef>
                <a:spcPts val="560"/>
              </a:spcBef>
            </a:pPr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Calibri" panose="020F0502020204030204" pitchFamily="34" charset="0"/>
              </a:rPr>
              <a:t>Politicians staying “on message”, repeating the same slogan.</a:t>
            </a:r>
            <a:endParaRPr lang="en-US" b="0" dirty="0">
              <a:effectLst/>
            </a:endParaRPr>
          </a:p>
          <a:p>
            <a:pPr rtl="0">
              <a:spcBef>
                <a:spcPts val="560"/>
              </a:spcBef>
            </a:pPr>
            <a:br>
              <a:rPr lang="en-US" b="0" dirty="0">
                <a:effectLst/>
              </a:rPr>
            </a:br>
            <a:r>
              <a:rPr lang="en-US" sz="2400" b="1" i="0" u="none" strike="noStrike" dirty="0">
                <a:solidFill>
                  <a:srgbClr val="5F5F5F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Abuse</a:t>
            </a:r>
            <a:r>
              <a:rPr lang="en-US" sz="2400" b="1" i="0" u="none" strike="noStrike" dirty="0">
                <a:solidFill>
                  <a:srgbClr val="5F5F5F"/>
                </a:solidFill>
                <a:effectLst/>
                <a:latin typeface="Calibri" panose="020F0502020204030204" pitchFamily="34" charset="0"/>
              </a:rPr>
              <a:t> of the opponent. </a:t>
            </a:r>
            <a:endParaRPr lang="en-US" b="0" dirty="0">
              <a:effectLst/>
            </a:endParaRPr>
          </a:p>
          <a:p>
            <a:pPr marL="359994" rtl="0">
              <a:spcBef>
                <a:spcPts val="560"/>
              </a:spcBef>
            </a:pPr>
            <a:r>
              <a:rPr lang="en-US" sz="2400" b="0" i="0" u="none" strike="noStrike" dirty="0">
                <a:solidFill>
                  <a:srgbClr val="0099CC"/>
                </a:solidFill>
                <a:effectLst/>
                <a:latin typeface="Calibri" panose="020F0502020204030204" pitchFamily="34" charset="0"/>
              </a:rPr>
              <a:t>You would have to be an idiot to believe that. You’re being foolish. You are ugly!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63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651"/>
    </mc:Choice>
    <mc:Fallback xmlns="">
      <p:transition spd="slow" advTm="23565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/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Cautionary Note:</a:t>
            </a:r>
          </a:p>
          <a:p>
            <a:pPr eaLnBrk="1" hangingPunct="1">
              <a:defRPr/>
            </a:pPr>
            <a:r>
              <a:rPr lang="en-US" sz="3200" b="1" u="sng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Statements and Arguments</a:t>
            </a:r>
          </a:p>
        </p:txBody>
      </p:sp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077838E2-D33A-47ED-88A2-293BEFEAE868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46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A8FA7-33D0-4E70-9F8D-ADC16D7AA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31014"/>
            <a:ext cx="86868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Consider the following:</a:t>
            </a:r>
          </a:p>
          <a:p>
            <a:pPr marL="1257300" lvl="1" indent="-514350" eaLnBrk="1" hangingPunct="1">
              <a:spcBef>
                <a:spcPct val="0"/>
              </a:spcBef>
              <a:buFont typeface="+mj-lt"/>
              <a:buAutoNum type="alphaLcParenR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If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it rained, the streets will be wet.</a:t>
            </a:r>
          </a:p>
          <a:p>
            <a:pPr marL="1257300" lvl="1" indent="-514350" eaLnBrk="1" hangingPunct="1">
              <a:spcBef>
                <a:spcPct val="0"/>
              </a:spcBef>
              <a:buFont typeface="+mj-lt"/>
              <a:buAutoNum type="alphaLcParenR"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Only if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I have my whisky every evening, I am truly happy.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Each of the above examples asserts that the truth of some statement is </a:t>
            </a:r>
            <a:r>
              <a:rPr lang="en-US" altLang="en-US" sz="2200" u="sng" dirty="0">
                <a:latin typeface="Times New Roman"/>
                <a:ea typeface="MS PGothic"/>
                <a:cs typeface="Times New Roman"/>
              </a:rPr>
              <a:t>a condition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for the truth of some other statement.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But can we meaningfully ask: is it true that ‘the truth of the first statement is a condition for the truth of the second statement’?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That is why the sentences in a) and b) above are (conditional) statements; they are 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not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arguments.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To see the difference, consider: 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Since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it rained, the streets will be wet.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313"/>
    </mc:Choice>
    <mc:Fallback xmlns="">
      <p:transition spd="slow" advTm="258313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/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Conditional Statement: Some Details</a:t>
            </a:r>
          </a:p>
        </p:txBody>
      </p:sp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077838E2-D33A-47ED-88A2-293BEFEAE868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47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A8FA7-33D0-4E70-9F8D-ADC16D7AA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31014"/>
            <a:ext cx="86868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We have established that a conditional statement of the form, If A then B, asserts that the truth of some statement (e.g., A = it rained) is a condition for the truth of some other statement (e.g., B = the streets will be wet).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‘A’ is called the 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antecedent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of the conditional; ‘B’ is called the </a:t>
            </a: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consequent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of the conditional.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So, what is the difference between</a:t>
            </a:r>
          </a:p>
          <a:p>
            <a:pPr marL="1257300" lvl="1" indent="-5143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If A then B; and</a:t>
            </a:r>
          </a:p>
          <a:p>
            <a:pPr marL="1257300" lvl="1" indent="-5143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200" u="sng" dirty="0">
                <a:latin typeface="Times New Roman"/>
                <a:ea typeface="MS PGothic"/>
                <a:cs typeface="Times New Roman"/>
              </a:rPr>
              <a:t>Only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if A then B?</a:t>
            </a: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‘</a:t>
            </a:r>
            <a:r>
              <a:rPr lang="en-US" altLang="en-US" sz="2200" b="1" u="sng" dirty="0">
                <a:latin typeface="Times New Roman"/>
                <a:ea typeface="MS PGothic"/>
                <a:cs typeface="Times New Roman"/>
              </a:rPr>
              <a:t>If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A then B’ claims that ________________________________; ‘</a:t>
            </a:r>
            <a:r>
              <a:rPr lang="en-US" altLang="en-US" sz="2200" b="1" u="sng" dirty="0">
                <a:latin typeface="Times New Roman"/>
                <a:ea typeface="MS PGothic"/>
                <a:cs typeface="Times New Roman"/>
              </a:rPr>
              <a:t>Only if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A then B’ claims that ______________________________. </a:t>
            </a:r>
          </a:p>
        </p:txBody>
      </p:sp>
    </p:spTree>
    <p:extLst>
      <p:ext uri="{BB962C8B-B14F-4D97-AF65-F5344CB8AC3E}">
        <p14:creationId xmlns:p14="http://schemas.microsoft.com/office/powerpoint/2010/main" val="349896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157"/>
    </mc:Choice>
    <mc:Fallback xmlns="">
      <p:transition spd="slow" advTm="268157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0" y="6291667"/>
            <a:ext cx="9220200" cy="5285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48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304800" y="682468"/>
            <a:ext cx="8686800" cy="597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385445" indent="-3854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</a:t>
            </a:r>
            <a:endParaRPr lang="en-US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crises in the Middle East to end either Trump or Netanyahu must go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both go, then even better.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Argument?</a:t>
            </a:r>
            <a:endParaRPr dirty="0"/>
          </a:p>
          <a:p>
            <a:pPr marL="257175" indent="-1428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b="1" dirty="0">
              <a:solidFill>
                <a:srgbClr val="1F9BD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5445" indent="-3854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</a:t>
            </a:r>
            <a:endParaRPr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one can be a fan of Doja Cat if they buy sitting tickets for her concert. You cant enjoy Doja if you are not moving your body!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Argument?</a:t>
            </a:r>
            <a:endParaRPr dirty="0"/>
          </a:p>
          <a:p>
            <a:pPr marL="257175" indent="-1428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5445" indent="-3854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3</a:t>
            </a:r>
            <a:endParaRPr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don’t know whether to date Mona or Emma. Mona is beautiful, but Emma is not, whereas Emma is rich but Mona is not. I have to date either one of them, but I would rather date someone who is both beautiful and rich.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Argument?</a:t>
            </a:r>
            <a:endParaRPr b="1" dirty="0">
              <a:solidFill>
                <a:srgbClr val="1F9BD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0" y="37149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Identifying arguments (premises and conclusions): Exercises</a:t>
            </a:r>
            <a:endParaRPr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0" y="6360318"/>
            <a:ext cx="9144000" cy="49768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49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914400" y="802526"/>
            <a:ext cx="8001000" cy="457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385445" indent="-38544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4</a:t>
            </a:r>
            <a:endParaRPr lang="en-US" dirty="0">
              <a:cs typeface="Times New Roman" panose="02020603050405020304" pitchFamily="18" charset="0"/>
            </a:endParaRPr>
          </a:p>
          <a:p>
            <a:pPr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hit the beach and fanned out. We had agreed on a spot we could all come back to at some point in the night in the hope of finding some of the others, but I doubt if anyone remembered where it was. There were a dozen sound systems spread along the beach. From a distance, it sounded like techno, but they were actually all playing the same kind of idiotic uplifting trance. We drifted from one sound system to the next, dancing for a bit and then moving on. The party was going off, no doubt about that, but I was never able to lose myself in the music which was really quite idiotic.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dirty="0">
              <a:solidFill>
                <a:schemeClr val="dk1"/>
              </a:solidFill>
            </a:endParaRPr>
          </a:p>
          <a:p>
            <a:pPr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- Geoff Dyer 2003</a:t>
            </a:r>
            <a:endParaRPr dirty="0"/>
          </a:p>
        </p:txBody>
      </p:sp>
      <p:sp>
        <p:nvSpPr>
          <p:cNvPr id="188" name="Google Shape;188;p14"/>
          <p:cNvSpPr/>
          <p:nvPr/>
        </p:nvSpPr>
        <p:spPr>
          <a:xfrm>
            <a:off x="0" y="11430"/>
            <a:ext cx="9144000" cy="82677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Identifying arguments: Exercises</a:t>
            </a:r>
            <a:endParaRPr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248370" y="6615112"/>
            <a:ext cx="6647260" cy="24288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50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6200" y="0"/>
            <a:ext cx="75819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Exercise: How many arguments?</a:t>
            </a:r>
            <a:endParaRPr sz="1800" dirty="0"/>
          </a:p>
        </p:txBody>
      </p:sp>
      <p:pic>
        <p:nvPicPr>
          <p:cNvPr id="2" name="Online Media 1" title="Argument Clinic - Monty Python - The Secret Policeman's Balls">
            <a:hlinkClick r:id="" action="ppaction://media"/>
            <a:extLst>
              <a:ext uri="{FF2B5EF4-FFF2-40B4-BE49-F238E27FC236}">
                <a16:creationId xmlns:a16="http://schemas.microsoft.com/office/drawing/2014/main" id="{06B4B4F3-ED62-4FBA-BBD6-5F6C7CC61F8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645319"/>
            <a:ext cx="9144000" cy="603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>
            <a:off x="0" y="54523"/>
            <a:ext cx="9144000" cy="900113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Descripto</a:t>
            </a:r>
            <a:r>
              <a:rPr lang="en-US" sz="2625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!: Learning Clarity through Action</a:t>
            </a:r>
            <a:endParaRPr sz="1800" dirty="0"/>
          </a:p>
        </p:txBody>
      </p:sp>
      <p:sp>
        <p:nvSpPr>
          <p:cNvPr id="259" name="Google Shape;259;p23"/>
          <p:cNvSpPr/>
          <p:nvPr/>
        </p:nvSpPr>
        <p:spPr>
          <a:xfrm>
            <a:off x="0" y="6324600"/>
            <a:ext cx="9144000" cy="53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51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14481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0" y="69652"/>
            <a:ext cx="91440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25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do</a:t>
            </a:r>
            <a:endParaRPr sz="1800"/>
          </a:p>
        </p:txBody>
      </p:sp>
      <p:sp>
        <p:nvSpPr>
          <p:cNvPr id="271" name="Google Shape;271;p25"/>
          <p:cNvSpPr/>
          <p:nvPr/>
        </p:nvSpPr>
        <p:spPr>
          <a:xfrm>
            <a:off x="76200" y="6248400"/>
            <a:ext cx="9067800" cy="53994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z="9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spcBef>
                  <a:spcPts val="0"/>
                </a:spcBef>
                <a:spcAft>
                  <a:spcPts val="0"/>
                </a:spcAft>
              </a:pPr>
              <a:t>52</a:t>
            </a:fld>
            <a:endParaRPr sz="97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5"/>
          <p:cNvSpPr txBox="1">
            <a:spLocks noGrp="1"/>
          </p:cNvSpPr>
          <p:nvPr>
            <p:ph type="subTitle" idx="1"/>
          </p:nvPr>
        </p:nvSpPr>
        <p:spPr>
          <a:xfrm>
            <a:off x="5314950" y="1600200"/>
            <a:ext cx="2800350" cy="4000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rm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0"/>
            </a:pPr>
            <a:r>
              <a:rPr lang="en-US" sz="2250" b="1" dirty="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this week:</a:t>
            </a:r>
            <a:endParaRPr dirty="0"/>
          </a:p>
          <a:p>
            <a:pPr indent="-1428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3000"/>
              <a:buFont typeface="Noto Sans Symbols"/>
              <a:buChar char="⮚"/>
            </a:pPr>
            <a:r>
              <a:rPr lang="en-US" sz="2250" dirty="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indent="-1428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3000"/>
              <a:buFont typeface="Noto Sans Symbols"/>
              <a:buChar char="⮚"/>
            </a:pPr>
            <a:r>
              <a:rPr lang="en-US" sz="2250" dirty="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</a:t>
            </a:r>
            <a:endParaRPr dirty="0"/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3000"/>
            </a:pPr>
            <a:endParaRPr dirty="0"/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endParaRPr sz="2250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28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8000"/>
              </a:buClr>
              <a:buSzPts val="3000"/>
              <a:buFont typeface="Noto Sans Symbols"/>
              <a:buChar char="⮚"/>
            </a:pPr>
            <a:r>
              <a:rPr lang="en-US" sz="2250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Exercises 1.2, 1.3, 1.4 (ungraded)</a:t>
            </a:r>
            <a:endParaRPr dirty="0"/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8000"/>
              </a:buClr>
              <a:buSzPts val="3000"/>
            </a:pPr>
            <a:endParaRPr dirty="0"/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endParaRPr sz="2250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endParaRPr sz="2250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endParaRPr sz="2250" dirty="0">
              <a:solidFill>
                <a:srgbClr val="FF66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114551"/>
            <a:ext cx="4114800" cy="2475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ky">
      <a:dk1>
        <a:sysClr val="windowText" lastClr="000000"/>
      </a:dk1>
      <a:lt1>
        <a:sysClr val="window" lastClr="FFFFFF"/>
      </a:lt1>
      <a:dk2>
        <a:srgbClr val="1782BF"/>
      </a:dk2>
      <a:lt2>
        <a:srgbClr val="62BCE9"/>
      </a:lt2>
      <a:accent1>
        <a:srgbClr val="073779"/>
      </a:accent1>
      <a:accent2>
        <a:srgbClr val="8FD9FB"/>
      </a:accent2>
      <a:accent3>
        <a:srgbClr val="FFCC00"/>
      </a:accent3>
      <a:accent4>
        <a:srgbClr val="EB6615"/>
      </a:accent4>
      <a:accent5>
        <a:srgbClr val="C76402"/>
      </a:accent5>
      <a:accent6>
        <a:srgbClr val="B523B4"/>
      </a:accent6>
      <a:hlink>
        <a:srgbClr val="FFDE26"/>
      </a:hlink>
      <a:folHlink>
        <a:srgbClr val="DEBE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26924</TotalTime>
  <Words>3846</Words>
  <Application>Microsoft Office PowerPoint</Application>
  <PresentationFormat>On-screen Show (4:3)</PresentationFormat>
  <Paragraphs>513</Paragraphs>
  <Slides>52</Slides>
  <Notes>51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ＭＳ Ｐゴシック</vt:lpstr>
      <vt:lpstr>ＭＳ Ｐゴシック</vt:lpstr>
      <vt:lpstr>Arial</vt:lpstr>
      <vt:lpstr>Calibri</vt:lpstr>
      <vt:lpstr>Courier New</vt:lpstr>
      <vt:lpstr>Gill Sans</vt:lpstr>
      <vt:lpstr>Gill Sans MT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philo</dc:creator>
  <cp:lastModifiedBy>Calvin YAP Jun</cp:lastModifiedBy>
  <cp:revision>1463</cp:revision>
  <cp:lastPrinted>2017-01-03T07:42:28Z</cp:lastPrinted>
  <dcterms:created xsi:type="dcterms:W3CDTF">2011-01-03T13:28:58Z</dcterms:created>
  <dcterms:modified xsi:type="dcterms:W3CDTF">2026-08-17T03:48:47Z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2024-01-09T03:32:08Z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3c7a602b-fa9d-4dc2-86fc-9ec7fb42e57e</vt:lpwstr>
  </property>
  <property fmtid="{D5CDD505-2E9C-101B-9397-08002B2CF9AE}" pid="8" name="MSIP_Label_6951d41b-6b8e-4636-984f-012bff14ba18_ContentBits">
    <vt:lpwstr>1</vt:lpwstr>
  </property>
</Properties>
</file>